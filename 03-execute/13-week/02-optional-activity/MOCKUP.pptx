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3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961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SENA Schedule Manager</a:t>
            </a:r>
            <a:endParaRPr lang="en-US" sz="36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Sistema web para gestionar horarios académicos en el SENA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8229600" cy="18288"/>
          </a:xfrm>
          <a:prstGeom prst="rect">
            <a:avLst/>
          </a:prstGeom>
          <a:solidFill>
            <a:schemeClr val="tx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Jhon Stiven Alba Quiroga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Kevin Santiago Saavedra Chantris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Juan José Horta Méndez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Miguel Ángel Estrada Torrentes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Jeison Fernando Joaqui Rodríguez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Mockup · Login &amp; Dashboard</a:t>
            </a:r>
            <a:endParaRPr lang="en-US" sz="2200" dirty="0">
              <a:latin typeface="Berlin Sans FB Demi" panose="020E0802020502020306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657600" cy="25603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365760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Schedule Manager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2926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60120" y="2194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del sistema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679192"/>
            <a:ext cx="2926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60120" y="2679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246120"/>
            <a:ext cx="292608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1051560"/>
            <a:ext cx="4206240" cy="25603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720148" y="1051560"/>
            <a:ext cx="87521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0" y="1307592"/>
            <a:ext cx="4206240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480560" y="1294529"/>
            <a:ext cx="914400" cy="340156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9" name="Text 17"/>
          <p:cNvSpPr/>
          <p:nvPr/>
        </p:nvSpPr>
        <p:spPr>
          <a:xfrm>
            <a:off x="4507992" y="1664165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26280" y="1965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26280" y="235915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26280" y="274322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26280" y="313637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26280" y="35204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0" y="14173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0" y="1874520"/>
            <a:ext cx="86868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486400" y="1920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21945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activas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446520" y="1874520"/>
            <a:ext cx="86868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446520" y="1920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46520" y="21945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Instructores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406640" y="1874520"/>
            <a:ext cx="868680" cy="6858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7406640" y="1920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06640" y="21945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486400" y="2697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486400" y="2926080"/>
            <a:ext cx="530352" cy="5029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5504688" y="2971800"/>
            <a:ext cx="493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089904" y="2697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089904" y="2926080"/>
            <a:ext cx="530352" cy="5029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6108192" y="2971800"/>
            <a:ext cx="493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8am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693408" y="2697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693408" y="2926080"/>
            <a:ext cx="530352" cy="5029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711696" y="2971800"/>
            <a:ext cx="493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8am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296912" y="2697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296912" y="2926080"/>
            <a:ext cx="530352" cy="5029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7315200" y="2971800"/>
            <a:ext cx="493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8am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900416" y="26974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900416" y="2926080"/>
            <a:ext cx="530352" cy="5029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7918704" y="2971800"/>
            <a:ext cx="4937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8am</a:t>
            </a:r>
            <a:endParaRPr lang="en-US" sz="700" dirty="0"/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6F04AB2F-ABD4-D61C-5B6A-6449676F1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251" y="1371600"/>
            <a:ext cx="137182" cy="137182"/>
          </a:xfrm>
          <a:prstGeom prst="rect">
            <a:avLst/>
          </a:prstGeom>
        </p:spPr>
      </p:pic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47F4FE4B-4135-1B52-4BDF-795A3DE3910D}"/>
              </a:ext>
            </a:extLst>
          </p:cNvPr>
          <p:cNvCxnSpPr/>
          <p:nvPr/>
        </p:nvCxnSpPr>
        <p:spPr>
          <a:xfrm>
            <a:off x="4480560" y="1591056"/>
            <a:ext cx="914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 18">
            <a:extLst>
              <a:ext uri="{FF2B5EF4-FFF2-40B4-BE49-F238E27FC236}">
                <a16:creationId xmlns:a16="http://schemas.microsoft.com/office/drawing/2014/main" id="{19A8132D-34FD-8F24-1037-FA0E8243EC21}"/>
              </a:ext>
            </a:extLst>
          </p:cNvPr>
          <p:cNvSpPr/>
          <p:nvPr/>
        </p:nvSpPr>
        <p:spPr>
          <a:xfrm>
            <a:off x="4649691" y="127968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/>
              <a:t>Jesus</a:t>
            </a:r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359AE17E-255B-D5E0-31EA-144E6669BCA6}"/>
              </a:ext>
            </a:extLst>
          </p:cNvPr>
          <p:cNvSpPr/>
          <p:nvPr/>
        </p:nvSpPr>
        <p:spPr>
          <a:xfrm>
            <a:off x="4754194" y="4328159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/>
              <a:t>Cerrar</a:t>
            </a:r>
            <a:endParaRPr lang="en-US" sz="800" dirty="0"/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0FA1C4F6-B5D4-E923-41A6-8B2E91507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42" y="4401643"/>
            <a:ext cx="173072" cy="173072"/>
          </a:xfrm>
          <a:prstGeom prst="rect">
            <a:avLst/>
          </a:prstGeom>
        </p:spPr>
      </p:pic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EA8CC528-B82D-22CD-6B30-6358D863B7D4}"/>
              </a:ext>
            </a:extLst>
          </p:cNvPr>
          <p:cNvCxnSpPr/>
          <p:nvPr/>
        </p:nvCxnSpPr>
        <p:spPr>
          <a:xfrm>
            <a:off x="8157753" y="1169126"/>
            <a:ext cx="979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Diagrama de flujo: multidocumento 59">
            <a:extLst>
              <a:ext uri="{FF2B5EF4-FFF2-40B4-BE49-F238E27FC236}">
                <a16:creationId xmlns:a16="http://schemas.microsoft.com/office/drawing/2014/main" id="{4C286AE2-462F-9131-9433-715B11DB1A9E}"/>
              </a:ext>
            </a:extLst>
          </p:cNvPr>
          <p:cNvSpPr/>
          <p:nvPr/>
        </p:nvSpPr>
        <p:spPr>
          <a:xfrm>
            <a:off x="8322346" y="1149532"/>
            <a:ext cx="71846" cy="47026"/>
          </a:xfrm>
          <a:prstGeom prst="flowChartMultidocumen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" name="Signo de multiplicación 60">
            <a:extLst>
              <a:ext uri="{FF2B5EF4-FFF2-40B4-BE49-F238E27FC236}">
                <a16:creationId xmlns:a16="http://schemas.microsoft.com/office/drawing/2014/main" id="{00F66602-8530-D6E8-0C37-4A309C96A44D}"/>
              </a:ext>
            </a:extLst>
          </p:cNvPr>
          <p:cNvSpPr/>
          <p:nvPr/>
        </p:nvSpPr>
        <p:spPr>
          <a:xfrm>
            <a:off x="8473876" y="1123406"/>
            <a:ext cx="71846" cy="112340"/>
          </a:xfrm>
          <a:prstGeom prst="mathMultiply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Mockup · Asignación &amp; Gestión de Instructores</a:t>
            </a:r>
            <a:endParaRPr lang="en-US" sz="2000" dirty="0">
              <a:latin typeface="Berlin Sans FB Demi" panose="020E0802020502020306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6576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94360" y="11612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Horario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/ Programa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856232"/>
            <a:ext cx="338328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 · 2758341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asignado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450592"/>
            <a:ext cx="338328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85800" y="2450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Muñoz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/ Sala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3044952"/>
            <a:ext cx="338328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85800" y="3044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03 · Bloque 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4290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 la semana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3639312"/>
            <a:ext cx="338328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85800" y="3639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9319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inicio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77440" y="39319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fin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4142232"/>
            <a:ext cx="15087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85800" y="41422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AM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4142232"/>
            <a:ext cx="150876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2468880" y="41422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AM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4442678"/>
            <a:ext cx="338328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94360" y="4480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asignación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1051560"/>
            <a:ext cx="420624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617720" y="1161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Instructores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863840" y="1188720"/>
            <a:ext cx="64008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863840" y="1188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Nuevo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1600200"/>
            <a:ext cx="3931920" cy="2743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70916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instructor...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17720" y="20116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20116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52360" y="2011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267712"/>
            <a:ext cx="3931920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4617720" y="2377440"/>
            <a:ext cx="3931920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4617720" y="2441448"/>
            <a:ext cx="274320" cy="274320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617720" y="2441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83480" y="24505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Muñoz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24505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43800" y="24505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17720" y="2880360"/>
            <a:ext cx="274320" cy="274320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461772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83480" y="28895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Martínez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9360" y="288950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Inglés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43800" y="28895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17720" y="3255264"/>
            <a:ext cx="3931920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4617720" y="3319272"/>
            <a:ext cx="274320" cy="274320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461772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983480" y="33284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Pérez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09360" y="3328416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543800" y="33284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17720" y="3758184"/>
            <a:ext cx="274320" cy="274320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4617720" y="37581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83480" y="376732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Torres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09360" y="37673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543800" y="3767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17720" y="4133088"/>
            <a:ext cx="3931920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Shape 58"/>
          <p:cNvSpPr/>
          <p:nvPr/>
        </p:nvSpPr>
        <p:spPr>
          <a:xfrm>
            <a:off x="4617720" y="4197096"/>
            <a:ext cx="274320" cy="274320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4617720" y="4197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983480" y="42062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Suárez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309360" y="42062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543800" y="4206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disponible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161</Words>
  <Application>Microsoft Office PowerPoint</Application>
  <PresentationFormat>Presentación en pantalla (16:9)</PresentationFormat>
  <Paragraphs>86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Berlin Sans FB Demi</vt:lpstr>
      <vt:lpstr>Calibri</vt:lpstr>
      <vt:lpstr>Times New Roman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 Schedule Manager</dc:title>
  <dc:subject>PptxGenJS Presentation</dc:subject>
  <dc:creator>PptxGenJS</dc:creator>
  <cp:lastModifiedBy>99A_10104118896</cp:lastModifiedBy>
  <cp:revision>2</cp:revision>
  <dcterms:created xsi:type="dcterms:W3CDTF">2026-05-23T15:03:09Z</dcterms:created>
  <dcterms:modified xsi:type="dcterms:W3CDTF">2026-05-23T15:26:11Z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2026-05-23T15:06:41Z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638bdaa4-220b-4efc-bbca-028a7c9541a7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