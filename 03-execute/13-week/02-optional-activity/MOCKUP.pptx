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62" r:id="rId3"/>
    <p:sldId id="263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2961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82296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A1A1A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SENA Schedule Manager</a:t>
            </a:r>
            <a:endParaRPr lang="en-US" sz="3600" dirty="0">
              <a:latin typeface="Berlin Sans FB Demi" panose="020E0802020502020306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4444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Sistema web para gestionar horarios académicos en el SENA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2423160"/>
            <a:ext cx="8229600" cy="18288"/>
          </a:xfrm>
          <a:prstGeom prst="rect">
            <a:avLst/>
          </a:prstGeom>
          <a:solidFill>
            <a:schemeClr val="tx1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4444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Jhon Stiven Alba Quiroga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44444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Kevin Santiago Saavedra Chantris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44444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Juan José Horta Méndez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44444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Miguel Ángel Estrada Torrentes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444444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Jeison Fernando Joaqui Rodríguez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Mockup · Login &amp; Dashboard</a:t>
            </a:r>
            <a:endParaRPr lang="en-US" sz="2200" dirty="0">
              <a:latin typeface="Berlin Sans FB Demi" panose="020E0802020502020306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65760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365760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 Schedule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194560"/>
            <a:ext cx="29260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960120" y="2194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del sistema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2679192"/>
            <a:ext cx="29260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960120" y="267919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••••••••••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292608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822960" y="324612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480560" y="1051560"/>
            <a:ext cx="420624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7720148" y="1051560"/>
            <a:ext cx="87521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1307592"/>
            <a:ext cx="420624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4480560" y="1294529"/>
            <a:ext cx="914400" cy="3401568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19" name="Text 17"/>
          <p:cNvSpPr/>
          <p:nvPr/>
        </p:nvSpPr>
        <p:spPr>
          <a:xfrm>
            <a:off x="4507992" y="1664165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26280" y="196596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26280" y="235915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26280" y="274322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26280" y="313637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26280" y="352044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86400" y="141732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0" y="1874520"/>
            <a:ext cx="86868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5486400" y="192024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86400" y="219456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activas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446520" y="1874520"/>
            <a:ext cx="86868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6446520" y="192024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46520" y="219456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Instructores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406640" y="1874520"/>
            <a:ext cx="868680" cy="6858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7406640" y="192024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06640" y="219456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486400" y="269748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486400" y="2926080"/>
            <a:ext cx="530352" cy="5029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5504688" y="2971800"/>
            <a:ext cx="49377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8am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089904" y="269748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6089904" y="2926080"/>
            <a:ext cx="530352" cy="5029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/>
          <p:nvPr/>
        </p:nvSpPr>
        <p:spPr>
          <a:xfrm>
            <a:off x="6108192" y="2971800"/>
            <a:ext cx="49377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8am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93408" y="269748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693408" y="2926080"/>
            <a:ext cx="530352" cy="5029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6711696" y="2971800"/>
            <a:ext cx="49377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8am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296912" y="269748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7296912" y="2926080"/>
            <a:ext cx="530352" cy="5029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44"/>
          <p:cNvSpPr/>
          <p:nvPr/>
        </p:nvSpPr>
        <p:spPr>
          <a:xfrm>
            <a:off x="7315200" y="2971800"/>
            <a:ext cx="49377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8am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900416" y="269748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7900416" y="2926080"/>
            <a:ext cx="530352" cy="5029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/>
          <p:nvPr/>
        </p:nvSpPr>
        <p:spPr>
          <a:xfrm>
            <a:off x="7918704" y="2971800"/>
            <a:ext cx="49377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</a:t>
            </a:r>
            <a:endParaRPr lang="en-US" sz="70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8am</a:t>
            </a:r>
            <a:endParaRPr lang="en-US" sz="700" dirty="0"/>
          </a:p>
        </p:txBody>
      </p:sp>
      <p:pic>
        <p:nvPicPr>
          <p:cNvPr id="51" name="Imagen 50">
            <a:extLst>
              <a:ext uri="{FF2B5EF4-FFF2-40B4-BE49-F238E27FC236}">
                <a16:creationId xmlns:a16="http://schemas.microsoft.com/office/drawing/2014/main" id="{6F04AB2F-ABD4-D61C-5B6A-6449676F1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251" y="1371600"/>
            <a:ext cx="137182" cy="137182"/>
          </a:xfrm>
          <a:prstGeom prst="rect">
            <a:avLst/>
          </a:prstGeom>
        </p:spPr>
      </p:pic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47F4FE4B-4135-1B52-4BDF-795A3DE3910D}"/>
              </a:ext>
            </a:extLst>
          </p:cNvPr>
          <p:cNvCxnSpPr/>
          <p:nvPr/>
        </p:nvCxnSpPr>
        <p:spPr>
          <a:xfrm>
            <a:off x="4480560" y="1591056"/>
            <a:ext cx="914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Text 18">
            <a:extLst>
              <a:ext uri="{FF2B5EF4-FFF2-40B4-BE49-F238E27FC236}">
                <a16:creationId xmlns:a16="http://schemas.microsoft.com/office/drawing/2014/main" id="{19A8132D-34FD-8F24-1037-FA0E8243EC21}"/>
              </a:ext>
            </a:extLst>
          </p:cNvPr>
          <p:cNvSpPr/>
          <p:nvPr/>
        </p:nvSpPr>
        <p:spPr>
          <a:xfrm>
            <a:off x="4649691" y="127968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/>
              <a:t>Jesus</a:t>
            </a:r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359AE17E-255B-D5E0-31EA-144E6669BCA6}"/>
              </a:ext>
            </a:extLst>
          </p:cNvPr>
          <p:cNvSpPr/>
          <p:nvPr/>
        </p:nvSpPr>
        <p:spPr>
          <a:xfrm>
            <a:off x="4754194" y="4328159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 err="1"/>
              <a:t>Cerrar</a:t>
            </a:r>
            <a:endParaRPr lang="en-US" sz="800" dirty="0"/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0FA1C4F6-B5D4-E923-41A6-8B2E91507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42" y="4401643"/>
            <a:ext cx="173072" cy="173072"/>
          </a:xfrm>
          <a:prstGeom prst="rect">
            <a:avLst/>
          </a:prstGeom>
        </p:spPr>
      </p:pic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EA8CC528-B82D-22CD-6B30-6358D863B7D4}"/>
              </a:ext>
            </a:extLst>
          </p:cNvPr>
          <p:cNvCxnSpPr/>
          <p:nvPr/>
        </p:nvCxnSpPr>
        <p:spPr>
          <a:xfrm>
            <a:off x="8157753" y="1169126"/>
            <a:ext cx="97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Diagrama de flujo: multidocumento 59">
            <a:extLst>
              <a:ext uri="{FF2B5EF4-FFF2-40B4-BE49-F238E27FC236}">
                <a16:creationId xmlns:a16="http://schemas.microsoft.com/office/drawing/2014/main" id="{4C286AE2-462F-9131-9433-715B11DB1A9E}"/>
              </a:ext>
            </a:extLst>
          </p:cNvPr>
          <p:cNvSpPr/>
          <p:nvPr/>
        </p:nvSpPr>
        <p:spPr>
          <a:xfrm>
            <a:off x="8322346" y="1149532"/>
            <a:ext cx="71846" cy="47026"/>
          </a:xfrm>
          <a:prstGeom prst="flowChartMultidocumen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1" name="Signo de multiplicación 60">
            <a:extLst>
              <a:ext uri="{FF2B5EF4-FFF2-40B4-BE49-F238E27FC236}">
                <a16:creationId xmlns:a16="http://schemas.microsoft.com/office/drawing/2014/main" id="{00F66602-8530-D6E8-0C37-4A309C96A44D}"/>
              </a:ext>
            </a:extLst>
          </p:cNvPr>
          <p:cNvSpPr/>
          <p:nvPr/>
        </p:nvSpPr>
        <p:spPr>
          <a:xfrm>
            <a:off x="8473876" y="1123406"/>
            <a:ext cx="71846" cy="112340"/>
          </a:xfrm>
          <a:prstGeom prst="mathMultiply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1A"/>
                </a:solidFill>
                <a:latin typeface="Berlin Sans FB Demi" panose="020E0802020502020306" pitchFamily="34" charset="0"/>
                <a:ea typeface="Calibri" pitchFamily="34" charset="-122"/>
                <a:cs typeface="Calibri" pitchFamily="34" charset="-120"/>
              </a:rPr>
              <a:t>Mockup · Asignación &amp; Gestión de Instructores</a:t>
            </a:r>
            <a:endParaRPr lang="en-US" sz="2000" dirty="0">
              <a:latin typeface="Berlin Sans FB Demi" panose="020E0802020502020306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65760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94360" y="11612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Horario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/ Programa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1856232"/>
            <a:ext cx="3383280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85800" y="18562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ADSO · 3413974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asignado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" y="2450592"/>
            <a:ext cx="3383280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12" name="Text 10"/>
          <p:cNvSpPr/>
          <p:nvPr/>
        </p:nvSpPr>
        <p:spPr>
          <a:xfrm>
            <a:off x="685800" y="24505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Jesús Ariel González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83464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/ Sala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044952"/>
            <a:ext cx="3383280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85800" y="3044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209-2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42900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de la semana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3639312"/>
            <a:ext cx="3383280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85800" y="36393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319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inicio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377440" y="39319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fin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" y="4142232"/>
            <a:ext cx="1508760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685800" y="414223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AM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77440" y="4142232"/>
            <a:ext cx="1508760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2468880" y="414223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 PM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" y="4488398"/>
            <a:ext cx="333756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594360" y="44805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asignación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80560" y="1051560"/>
            <a:ext cx="420624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4617720" y="116128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Instructores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63840" y="1188720"/>
            <a:ext cx="64008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7863840" y="11887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Nuevo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17720" y="1600200"/>
            <a:ext cx="3931920" cy="274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470916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</a:t>
            </a: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instructor...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17720" y="201168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63640" y="20116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52360" y="201168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17720" y="2267712"/>
            <a:ext cx="3931920" cy="1828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Shape 35"/>
          <p:cNvSpPr/>
          <p:nvPr/>
        </p:nvSpPr>
        <p:spPr>
          <a:xfrm>
            <a:off x="4617720" y="2377440"/>
            <a:ext cx="3931920" cy="402336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Shape 36"/>
          <p:cNvSpPr/>
          <p:nvPr/>
        </p:nvSpPr>
        <p:spPr>
          <a:xfrm>
            <a:off x="4617720" y="2441448"/>
            <a:ext cx="274320" cy="27432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7"/>
          <p:cNvSpPr/>
          <p:nvPr/>
        </p:nvSpPr>
        <p:spPr>
          <a:xfrm>
            <a:off x="4617720" y="24414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983480" y="245059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Muñoz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09360" y="24505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543800" y="24505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17720" y="2880360"/>
            <a:ext cx="274320" cy="27432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2"/>
          <p:cNvSpPr/>
          <p:nvPr/>
        </p:nvSpPr>
        <p:spPr>
          <a:xfrm>
            <a:off x="4617720" y="28803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983480" y="28895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 Martínez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09360" y="288950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Inglés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543800" y="288950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617720" y="3255264"/>
            <a:ext cx="3931920" cy="402336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Shape 47"/>
          <p:cNvSpPr/>
          <p:nvPr/>
        </p:nvSpPr>
        <p:spPr>
          <a:xfrm>
            <a:off x="4617720" y="3319272"/>
            <a:ext cx="274320" cy="27432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0" name="Text 48"/>
          <p:cNvSpPr/>
          <p:nvPr/>
        </p:nvSpPr>
        <p:spPr>
          <a:xfrm>
            <a:off x="4617720" y="33192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983480" y="332841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Pérez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309360" y="332841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543800" y="33284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617720" y="3758184"/>
            <a:ext cx="274320" cy="27432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5" name="Text 53"/>
          <p:cNvSpPr/>
          <p:nvPr/>
        </p:nvSpPr>
        <p:spPr>
          <a:xfrm>
            <a:off x="4617720" y="37581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983480" y="376732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Torres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09360" y="376732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43800" y="376732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617720" y="4133088"/>
            <a:ext cx="3931920" cy="402336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0" name="Shape 58"/>
          <p:cNvSpPr/>
          <p:nvPr/>
        </p:nvSpPr>
        <p:spPr>
          <a:xfrm>
            <a:off x="4617720" y="4197096"/>
            <a:ext cx="274320" cy="274320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1" name="Text 59"/>
          <p:cNvSpPr/>
          <p:nvPr/>
        </p:nvSpPr>
        <p:spPr>
          <a:xfrm>
            <a:off x="4617720" y="41970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983480" y="420624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Suárez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309360" y="420624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7543800" y="4206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disponible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158</Words>
  <Application>Microsoft Office PowerPoint</Application>
  <PresentationFormat>Presentación en pantalla (16:9)</PresentationFormat>
  <Paragraphs>86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Arial</vt:lpstr>
      <vt:lpstr>Berlin Sans FB Demi</vt:lpstr>
      <vt:lpstr>Calibri</vt:lpstr>
      <vt:lpstr>Times New Roman</vt:lpstr>
      <vt:lpstr>Office Theme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SENA Schedule Manager</dc:title>
  <dc:subject>PptxGenJS Presentation</dc:subject>
  <dc:creator>PptxGenJS</dc:creator>
  <cp:lastModifiedBy>99A_10104118896</cp:lastModifiedBy>
  <cp:revision>3</cp:revision>
  <dcterms:created xsi:type="dcterms:W3CDTF">2026-05-23T15:03:09Z</dcterms:created>
  <dcterms:modified xsi:type="dcterms:W3CDTF">2026-05-23T15:29:27Z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2026-05-23T15:06:41Z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638bdaa4-220b-4efc-bbca-028a7c9541a7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