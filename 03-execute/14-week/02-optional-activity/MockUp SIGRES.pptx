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65656"/>
    <a:srgbClr val="BFBFBF"/>
    <a:srgbClr val="969696"/>
    <a:srgbClr val="FAF7F2"/>
    <a:srgbClr val="7F7F7F"/>
    <a:srgbClr val="98A498"/>
    <a:srgbClr val="2914BE"/>
    <a:srgbClr val="F2EEE7"/>
    <a:srgbClr val="0E076F"/>
    <a:srgbClr val="1B0D9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294" autoAdjust="0"/>
    <p:restoredTop sz="94291" autoAdjust="0"/>
  </p:normalViewPr>
  <p:slideViewPr>
    <p:cSldViewPr snapToGrid="0">
      <p:cViewPr varScale="1">
        <p:scale>
          <a:sx n="72" d="100"/>
          <a:sy n="72" d="100"/>
        </p:scale>
        <p:origin x="648" y="-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882F68-A98F-EF3C-0791-08DCC182F8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1F664FA-BFA2-D226-7750-6EE7F413E6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29B8A22-F4D5-AC00-E853-76A148B1AE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A7129-A58E-40AB-A995-F233B538B18F}" type="datetimeFigureOut">
              <a:rPr lang="es-CO" smtClean="0"/>
              <a:t>5/06/2026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BA90432-80FE-6491-B121-BC1360F08C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A4D9715-186F-5384-E173-93F704B87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3E204-A92F-43EF-8CB6-969B8F324E8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555749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50B07E-527A-D466-684F-84DCE76C97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EF1856E-2649-633E-E542-DEF56A852A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3A9010C-CC05-E593-BF7C-F25C05A86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A7129-A58E-40AB-A995-F233B538B18F}" type="datetimeFigureOut">
              <a:rPr lang="es-CO" smtClean="0"/>
              <a:t>5/06/2026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0DC0C82-7E3B-129F-7858-BB9421CE25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CF7DD7A-1DB1-64C1-FDFA-76CB6BD47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3E204-A92F-43EF-8CB6-969B8F324E8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182818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69E24D-B360-254E-5736-B85D0841F5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4BDCC43-247B-51B5-6674-04E6A4B005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C86BF62-7504-9596-09D1-45AADCFFFF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A7129-A58E-40AB-A995-F233B538B18F}" type="datetimeFigureOut">
              <a:rPr lang="es-CO" smtClean="0"/>
              <a:t>5/06/2026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9EF99AD-9C45-F8E9-D688-66619E19F7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4F45534-F368-E4D0-C09F-66F277524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3E204-A92F-43EF-8CB6-969B8F324E8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984431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8F24BC-D280-9528-B341-A2B1889379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2213F89-89AE-2FB7-BFD4-18CF5050CC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ABF9DFC-7195-D1DE-611F-0D2424CC6E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441DD0F-8168-4481-C73D-43C54C4A38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A7129-A58E-40AB-A995-F233B538B18F}" type="datetimeFigureOut">
              <a:rPr lang="es-CO" smtClean="0"/>
              <a:t>5/06/2026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F1A2BEC-48EE-49B2-0273-9A5C18C4D2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DA20BC0-F085-1440-FD06-98204F41F7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3E204-A92F-43EF-8CB6-969B8F324E8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462047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95ABB0-A116-125F-1077-ECB34BD960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B8A95DB-719D-4F1A-C586-14235C681C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6692177-1D62-8AFA-E671-3E12E9284A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B1A00B35-E22B-455E-E0D2-4A8C10AEDA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BB40214E-A260-659E-0D87-719CE198D8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D96E6DA4-587A-57E2-BD5B-2E6132591B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A7129-A58E-40AB-A995-F233B538B18F}" type="datetimeFigureOut">
              <a:rPr lang="es-CO" smtClean="0"/>
              <a:t>5/06/2026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A8392EC8-905A-ED8A-4191-5370272A60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D4B104B8-5A51-B128-5352-7A645D493F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3E204-A92F-43EF-8CB6-969B8F324E8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416602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D8CC8B-2955-7930-7501-3A223130D0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9983E62B-C0BD-A5A8-9ABF-3931D28CE7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A7129-A58E-40AB-A995-F233B538B18F}" type="datetimeFigureOut">
              <a:rPr lang="es-CO" smtClean="0"/>
              <a:t>5/06/2026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7906B4F5-8EFA-DE5B-7A97-C9D24DB48D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091018F-93F9-3614-B619-AE8F3B2589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3E204-A92F-43EF-8CB6-969B8F324E8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917550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86C09831-1E8C-4C17-4CA9-FCBAA03603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A7129-A58E-40AB-A995-F233B538B18F}" type="datetimeFigureOut">
              <a:rPr lang="es-CO" smtClean="0"/>
              <a:t>5/06/2026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EE4E2A9-73E7-DB70-4FB3-ADD3F7FAA6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2EA30B7-68B9-CE57-74A5-F7172C79F5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3E204-A92F-43EF-8CB6-969B8F324E8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446648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B43098-A0BC-BE14-5E5E-B6C273B927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32B41F4-A3BC-9651-7873-F9985A26CE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BB7B38C-48D7-8F39-AF32-AC19455DA6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A1B4688-3FB1-414C-931C-EB607429B7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A7129-A58E-40AB-A995-F233B538B18F}" type="datetimeFigureOut">
              <a:rPr lang="es-CO" smtClean="0"/>
              <a:t>5/06/2026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F5AC2B1-2C92-D75C-169C-2A0075EA56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7E54926-46A2-CA1A-14B1-BD3BADF9F7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3E204-A92F-43EF-8CB6-969B8F324E8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977739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C8BBBD-2859-E54D-63F0-3FAA08DDBB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E89B1BE6-F7A3-7B30-3C48-52370611512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15C3F89-6D6A-728C-60DC-8966D14E80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00ED1F3-FB1E-BB03-E921-90BCC7FF3E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A7129-A58E-40AB-A995-F233B538B18F}" type="datetimeFigureOut">
              <a:rPr lang="es-CO" smtClean="0"/>
              <a:t>5/06/2026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A552346-ED4A-7153-F711-C0C1EC05A0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60EBB15-E114-684A-BF0D-3062968C57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3E204-A92F-43EF-8CB6-969B8F324E8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348138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B8DD92-0D3A-C5E1-4B75-1F69A2A337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C02A409-2CC8-900A-32F7-829DD8AADD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0B767DB-7493-77FC-D67A-BD7CD01DBA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A7129-A58E-40AB-A995-F233B538B18F}" type="datetimeFigureOut">
              <a:rPr lang="es-CO" smtClean="0"/>
              <a:t>5/06/2026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B2B2C5E-924C-7CF8-059D-3E67952BC6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0510367-F4D7-F02B-5F31-CD5232B14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3E204-A92F-43EF-8CB6-969B8F324E8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731410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08463A0-ADCB-A1AD-B576-FFAA7650C00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2307F3C-D8E2-02CF-9098-7C878360DF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6238D3A-CB4B-C80B-B53C-617EBEE514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A7129-A58E-40AB-A995-F233B538B18F}" type="datetimeFigureOut">
              <a:rPr lang="es-CO" smtClean="0"/>
              <a:t>5/06/2026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6E4E2F5-AA73-6ED1-E329-B755D90695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88C788F-BE8A-0E9D-59FE-62864B9DED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3E204-A92F-43EF-8CB6-969B8F324E8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378486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E37249A5-E869-57A9-4A1A-2C20AFA018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6CDCD63-6AD5-C74D-2FC2-4CEC0ECFA7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7F83D1F-E412-5C64-CA54-DA0ACB89CF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8A7129-A58E-40AB-A995-F233B538B18F}" type="datetimeFigureOut">
              <a:rPr lang="es-CO" smtClean="0"/>
              <a:t>5/06/2026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C5CE587-C049-EBF8-D990-F377DF1048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024B95C-25FA-8BCF-0A79-9FE82E4CC1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63E204-A92F-43EF-8CB6-969B8F324E8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469388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3.svg"/><Relationship Id="rId7" Type="http://schemas.openxmlformats.org/officeDocument/2006/relationships/image" Target="../media/image10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svg"/><Relationship Id="rId5" Type="http://schemas.openxmlformats.org/officeDocument/2006/relationships/image" Target="../media/image8.svg"/><Relationship Id="rId4" Type="http://schemas.openxmlformats.org/officeDocument/2006/relationships/image" Target="../media/image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rupo 54">
            <a:extLst>
              <a:ext uri="{FF2B5EF4-FFF2-40B4-BE49-F238E27FC236}">
                <a16:creationId xmlns:a16="http://schemas.microsoft.com/office/drawing/2014/main" id="{42FB5F11-5314-D95D-9660-61DCD48AF6FE}"/>
              </a:ext>
            </a:extLst>
          </p:cNvPr>
          <p:cNvGrpSpPr/>
          <p:nvPr/>
        </p:nvGrpSpPr>
        <p:grpSpPr>
          <a:xfrm>
            <a:off x="-8159" y="0"/>
            <a:ext cx="2308184" cy="6858000"/>
            <a:chOff x="-8165" y="0"/>
            <a:chExt cx="2504617" cy="6858000"/>
          </a:xfrm>
        </p:grpSpPr>
        <p:grpSp>
          <p:nvGrpSpPr>
            <p:cNvPr id="46" name="Grupo 45">
              <a:extLst>
                <a:ext uri="{FF2B5EF4-FFF2-40B4-BE49-F238E27FC236}">
                  <a16:creationId xmlns:a16="http://schemas.microsoft.com/office/drawing/2014/main" id="{62AEDDA3-EA36-EB29-7B33-2BED71D7B3F1}"/>
                </a:ext>
              </a:extLst>
            </p:cNvPr>
            <p:cNvGrpSpPr/>
            <p:nvPr/>
          </p:nvGrpSpPr>
          <p:grpSpPr>
            <a:xfrm>
              <a:off x="-8165" y="0"/>
              <a:ext cx="2504617" cy="6858000"/>
              <a:chOff x="-8164" y="0"/>
              <a:chExt cx="2504617" cy="6858000"/>
            </a:xfrm>
            <a:solidFill>
              <a:srgbClr val="00B0F0"/>
            </a:solidFill>
          </p:grpSpPr>
          <p:grpSp>
            <p:nvGrpSpPr>
              <p:cNvPr id="45" name="Grupo 44">
                <a:extLst>
                  <a:ext uri="{FF2B5EF4-FFF2-40B4-BE49-F238E27FC236}">
                    <a16:creationId xmlns:a16="http://schemas.microsoft.com/office/drawing/2014/main" id="{E5444D55-D89F-F521-808A-EA67D2BA961A}"/>
                  </a:ext>
                </a:extLst>
              </p:cNvPr>
              <p:cNvGrpSpPr/>
              <p:nvPr/>
            </p:nvGrpSpPr>
            <p:grpSpPr>
              <a:xfrm>
                <a:off x="-8164" y="0"/>
                <a:ext cx="2504617" cy="6858000"/>
                <a:chOff x="-8164" y="0"/>
                <a:chExt cx="2504617" cy="6858000"/>
              </a:xfrm>
              <a:grpFill/>
            </p:grpSpPr>
            <p:sp>
              <p:nvSpPr>
                <p:cNvPr id="26" name="Rectángulo 25">
                  <a:extLst>
                    <a:ext uri="{FF2B5EF4-FFF2-40B4-BE49-F238E27FC236}">
                      <a16:creationId xmlns:a16="http://schemas.microsoft.com/office/drawing/2014/main" id="{E37840D8-547C-BC76-9FB2-DC8972904004}"/>
                    </a:ext>
                  </a:extLst>
                </p:cNvPr>
                <p:cNvSpPr/>
                <p:nvPr/>
              </p:nvSpPr>
              <p:spPr>
                <a:xfrm>
                  <a:off x="-4" y="0"/>
                  <a:ext cx="2496457" cy="6858000"/>
                </a:xfrm>
                <a:prstGeom prst="rect">
                  <a:avLst/>
                </a:prstGeom>
                <a:solidFill>
                  <a:srgbClr val="000048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CO" dirty="0"/>
                </a:p>
              </p:txBody>
            </p:sp>
            <p:cxnSp>
              <p:nvCxnSpPr>
                <p:cNvPr id="28" name="Conector recto 27">
                  <a:extLst>
                    <a:ext uri="{FF2B5EF4-FFF2-40B4-BE49-F238E27FC236}">
                      <a16:creationId xmlns:a16="http://schemas.microsoft.com/office/drawing/2014/main" id="{7383913C-F128-C2FA-7298-24036449EA4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-8164" y="1103086"/>
                  <a:ext cx="2496457" cy="0"/>
                </a:xfrm>
                <a:prstGeom prst="line">
                  <a:avLst/>
                </a:prstGeom>
                <a:grpFill/>
                <a:ln w="28575">
                  <a:solidFill>
                    <a:srgbClr val="0E076F"/>
                  </a:solidFill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32" name="CuadroTexto 31">
                  <a:extLst>
                    <a:ext uri="{FF2B5EF4-FFF2-40B4-BE49-F238E27FC236}">
                      <a16:creationId xmlns:a16="http://schemas.microsoft.com/office/drawing/2014/main" id="{0FC7920E-974F-4065-BEED-CF277527F564}"/>
                    </a:ext>
                  </a:extLst>
                </p:cNvPr>
                <p:cNvSpPr txBox="1"/>
                <p:nvPr/>
              </p:nvSpPr>
              <p:spPr>
                <a:xfrm>
                  <a:off x="1005319" y="374693"/>
                  <a:ext cx="123388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s-MX" b="1" dirty="0">
                      <a:solidFill>
                        <a:schemeClr val="bg1"/>
                      </a:solidFill>
                      <a:latin typeface="Arial Rounded MT Bold" panose="020F0704030504030204" pitchFamily="34" charset="0"/>
                    </a:rPr>
                    <a:t>SIGRES</a:t>
                  </a:r>
                  <a:endParaRPr lang="es-CO" b="1" dirty="0">
                    <a:solidFill>
                      <a:schemeClr val="bg1"/>
                    </a:solidFill>
                    <a:latin typeface="Arial Rounded MT Bold" panose="020F0704030504030204" pitchFamily="34" charset="0"/>
                  </a:endParaRPr>
                </a:p>
              </p:txBody>
            </p:sp>
            <p:pic>
              <p:nvPicPr>
                <p:cNvPr id="34" name="Gráfico 33" descr="Mesa y sillas">
                  <a:extLst>
                    <a:ext uri="{FF2B5EF4-FFF2-40B4-BE49-F238E27FC236}">
                      <a16:creationId xmlns:a16="http://schemas.microsoft.com/office/drawing/2014/main" id="{04E89340-BFBB-19A0-6FF4-E84BB4ADB42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47255" y="2677729"/>
                  <a:ext cx="360000" cy="360000"/>
                </a:xfrm>
                <a:prstGeom prst="rect">
                  <a:avLst/>
                </a:prstGeom>
              </p:spPr>
            </p:pic>
          </p:grpSp>
          <p:grpSp>
            <p:nvGrpSpPr>
              <p:cNvPr id="44" name="Grupo 43">
                <a:extLst>
                  <a:ext uri="{FF2B5EF4-FFF2-40B4-BE49-F238E27FC236}">
                    <a16:creationId xmlns:a16="http://schemas.microsoft.com/office/drawing/2014/main" id="{261D1A68-409C-4191-856F-43E55FDA2D3D}"/>
                  </a:ext>
                </a:extLst>
              </p:cNvPr>
              <p:cNvGrpSpPr/>
              <p:nvPr/>
            </p:nvGrpSpPr>
            <p:grpSpPr>
              <a:xfrm>
                <a:off x="249095" y="307980"/>
                <a:ext cx="540000" cy="496800"/>
                <a:chOff x="249095" y="307980"/>
                <a:chExt cx="540000" cy="496800"/>
              </a:xfrm>
              <a:grpFill/>
            </p:grpSpPr>
            <p:sp>
              <p:nvSpPr>
                <p:cNvPr id="35" name="Rectángulo: esquinas redondeadas 34">
                  <a:extLst>
                    <a:ext uri="{FF2B5EF4-FFF2-40B4-BE49-F238E27FC236}">
                      <a16:creationId xmlns:a16="http://schemas.microsoft.com/office/drawing/2014/main" id="{A1E2A7F5-C4F6-E8CF-B754-80D3B11978D1}"/>
                    </a:ext>
                  </a:extLst>
                </p:cNvPr>
                <p:cNvSpPr/>
                <p:nvPr/>
              </p:nvSpPr>
              <p:spPr>
                <a:xfrm>
                  <a:off x="249095" y="307980"/>
                  <a:ext cx="540000" cy="496800"/>
                </a:xfrm>
                <a:prstGeom prst="roundRect">
                  <a:avLst/>
                </a:prstGeom>
                <a:solidFill>
                  <a:srgbClr val="2914BE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CO" dirty="0"/>
                </a:p>
              </p:txBody>
            </p:sp>
            <p:pic>
              <p:nvPicPr>
                <p:cNvPr id="43" name="Gráfico 42" descr="Cuchillo y tenedor">
                  <a:extLst>
                    <a:ext uri="{FF2B5EF4-FFF2-40B4-BE49-F238E27FC236}">
                      <a16:creationId xmlns:a16="http://schemas.microsoft.com/office/drawing/2014/main" id="{B4FDE33A-9393-DBA4-C7C5-A739E60B304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39094" y="374693"/>
                  <a:ext cx="360000" cy="360000"/>
                </a:xfrm>
                <a:prstGeom prst="rect">
                  <a:avLst/>
                </a:prstGeom>
              </p:spPr>
            </p:pic>
          </p:grpSp>
        </p:grpSp>
        <p:sp>
          <p:nvSpPr>
            <p:cNvPr id="52" name="Rectángulo: esquinas redondeadas 51">
              <a:extLst>
                <a:ext uri="{FF2B5EF4-FFF2-40B4-BE49-F238E27FC236}">
                  <a16:creationId xmlns:a16="http://schemas.microsoft.com/office/drawing/2014/main" id="{A73B1EB6-8008-32FD-4AA1-6360BEEF25B5}"/>
                </a:ext>
              </a:extLst>
            </p:cNvPr>
            <p:cNvSpPr/>
            <p:nvPr/>
          </p:nvSpPr>
          <p:spPr>
            <a:xfrm>
              <a:off x="257253" y="6142383"/>
              <a:ext cx="1998265" cy="595083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s-MX" sz="1400" dirty="0">
                  <a:latin typeface="Arial Rounded MT Bold" panose="020F0704030504030204" pitchFamily="34" charset="0"/>
                </a:rPr>
                <a:t>Cerrar Sesión</a:t>
              </a:r>
              <a:endParaRPr lang="es-CO" sz="1400" dirty="0">
                <a:latin typeface="Arial Rounded MT Bold" panose="020F0704030504030204" pitchFamily="34" charset="0"/>
              </a:endParaRPr>
            </a:p>
          </p:txBody>
        </p:sp>
      </p:grpSp>
      <p:sp>
        <p:nvSpPr>
          <p:cNvPr id="41" name="Rectángulo: esquinas redondeadas 40">
            <a:extLst>
              <a:ext uri="{FF2B5EF4-FFF2-40B4-BE49-F238E27FC236}">
                <a16:creationId xmlns:a16="http://schemas.microsoft.com/office/drawing/2014/main" id="{8DD71E79-FFE7-B82E-E8A6-4CA0144BDBF7}"/>
              </a:ext>
            </a:extLst>
          </p:cNvPr>
          <p:cNvSpPr/>
          <p:nvPr/>
        </p:nvSpPr>
        <p:spPr>
          <a:xfrm>
            <a:off x="221404" y="2560188"/>
            <a:ext cx="1841544" cy="595083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MX" sz="1400" dirty="0">
                <a:latin typeface="Arial Rounded MT Bold" panose="020F0704030504030204" pitchFamily="34" charset="0"/>
              </a:rPr>
              <a:t>          Mesas</a:t>
            </a:r>
            <a:endParaRPr lang="es-CO" sz="1400" dirty="0">
              <a:latin typeface="Arial Rounded MT Bold" panose="020F0704030504030204" pitchFamily="34" charset="0"/>
            </a:endParaRPr>
          </a:p>
        </p:txBody>
      </p:sp>
      <p:sp>
        <p:nvSpPr>
          <p:cNvPr id="37" name="Rectángulo: esquinas redondeadas 36">
            <a:extLst>
              <a:ext uri="{FF2B5EF4-FFF2-40B4-BE49-F238E27FC236}">
                <a16:creationId xmlns:a16="http://schemas.microsoft.com/office/drawing/2014/main" id="{AE2549D1-2CC6-8A66-AC7D-5328CEAB7A9E}"/>
              </a:ext>
            </a:extLst>
          </p:cNvPr>
          <p:cNvSpPr/>
          <p:nvPr/>
        </p:nvSpPr>
        <p:spPr>
          <a:xfrm>
            <a:off x="228924" y="1611091"/>
            <a:ext cx="1841544" cy="595083"/>
          </a:xfrm>
          <a:prstGeom prst="roundRect">
            <a:avLst/>
          </a:prstGeom>
          <a:solidFill>
            <a:srgbClr val="2914BE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MX" sz="1400" dirty="0">
                <a:latin typeface="Arial Rounded MT Bold" panose="020F0704030504030204" pitchFamily="34" charset="0"/>
              </a:rPr>
              <a:t>          Pedidos</a:t>
            </a:r>
            <a:endParaRPr lang="es-CO" sz="1400" dirty="0">
              <a:latin typeface="Arial Rounded MT Bold" panose="020F0704030504030204" pitchFamily="34" charset="0"/>
            </a:endParaRPr>
          </a:p>
        </p:txBody>
      </p:sp>
      <p:pic>
        <p:nvPicPr>
          <p:cNvPr id="39" name="Gráfico 38" descr="Carro de la compra">
            <a:extLst>
              <a:ext uri="{FF2B5EF4-FFF2-40B4-BE49-F238E27FC236}">
                <a16:creationId xmlns:a16="http://schemas.microsoft.com/office/drawing/2014/main" id="{DCDBAC1B-C4FC-5F20-C56B-F270F532CCD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1865" y="1728631"/>
            <a:ext cx="360000" cy="360000"/>
          </a:xfrm>
          <a:prstGeom prst="rect">
            <a:avLst/>
          </a:prstGeom>
        </p:spPr>
      </p:pic>
      <p:sp>
        <p:nvSpPr>
          <p:cNvPr id="48" name="Rectángulo: esquinas redondeadas 47">
            <a:extLst>
              <a:ext uri="{FF2B5EF4-FFF2-40B4-BE49-F238E27FC236}">
                <a16:creationId xmlns:a16="http://schemas.microsoft.com/office/drawing/2014/main" id="{4C6D288D-7597-97C8-3800-FD83A58EEC3F}"/>
              </a:ext>
            </a:extLst>
          </p:cNvPr>
          <p:cNvSpPr/>
          <p:nvPr/>
        </p:nvSpPr>
        <p:spPr>
          <a:xfrm>
            <a:off x="221403" y="3509285"/>
            <a:ext cx="1841544" cy="595083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MX" sz="1400" dirty="0">
                <a:latin typeface="Arial Rounded MT Bold" panose="020F0704030504030204" pitchFamily="34" charset="0"/>
              </a:rPr>
              <a:t>          Inventario</a:t>
            </a:r>
            <a:endParaRPr lang="es-CO" sz="1400" dirty="0">
              <a:latin typeface="Arial Rounded MT Bold" panose="020F0704030504030204" pitchFamily="34" charset="0"/>
            </a:endParaRPr>
          </a:p>
        </p:txBody>
      </p:sp>
      <p:pic>
        <p:nvPicPr>
          <p:cNvPr id="50" name="Gráfico 49" descr="Caja">
            <a:extLst>
              <a:ext uri="{FF2B5EF4-FFF2-40B4-BE49-F238E27FC236}">
                <a16:creationId xmlns:a16="http://schemas.microsoft.com/office/drawing/2014/main" id="{28DF4F9E-BCF8-7C98-1693-74EC8FAF5D9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11865" y="3640524"/>
            <a:ext cx="360000" cy="332603"/>
          </a:xfrm>
          <a:prstGeom prst="rect">
            <a:avLst/>
          </a:prstGeom>
        </p:spPr>
      </p:pic>
      <p:cxnSp>
        <p:nvCxnSpPr>
          <p:cNvPr id="51" name="Conector recto 50">
            <a:extLst>
              <a:ext uri="{FF2B5EF4-FFF2-40B4-BE49-F238E27FC236}">
                <a16:creationId xmlns:a16="http://schemas.microsoft.com/office/drawing/2014/main" id="{93D9BE60-0502-7FA4-8FAD-AADA7F888EAC}"/>
              </a:ext>
            </a:extLst>
          </p:cNvPr>
          <p:cNvCxnSpPr>
            <a:cxnSpLocks/>
          </p:cNvCxnSpPr>
          <p:nvPr/>
        </p:nvCxnSpPr>
        <p:spPr>
          <a:xfrm>
            <a:off x="-8158" y="6142383"/>
            <a:ext cx="2300664" cy="0"/>
          </a:xfrm>
          <a:prstGeom prst="line">
            <a:avLst/>
          </a:prstGeom>
          <a:solidFill>
            <a:srgbClr val="00B0F0"/>
          </a:solidFill>
          <a:ln w="28575">
            <a:solidFill>
              <a:srgbClr val="0E076F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4" name="Rectángulo 53">
            <a:extLst>
              <a:ext uri="{FF2B5EF4-FFF2-40B4-BE49-F238E27FC236}">
                <a16:creationId xmlns:a16="http://schemas.microsoft.com/office/drawing/2014/main" id="{38462397-95E1-D10E-9001-69BBF788633D}"/>
              </a:ext>
            </a:extLst>
          </p:cNvPr>
          <p:cNvSpPr/>
          <p:nvPr/>
        </p:nvSpPr>
        <p:spPr>
          <a:xfrm>
            <a:off x="8812696" y="-1"/>
            <a:ext cx="3379304" cy="530502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8" name="CuadroTexto 57">
            <a:extLst>
              <a:ext uri="{FF2B5EF4-FFF2-40B4-BE49-F238E27FC236}">
                <a16:creationId xmlns:a16="http://schemas.microsoft.com/office/drawing/2014/main" id="{CFAC8858-1712-537D-B95A-24683DF8FF73}"/>
              </a:ext>
            </a:extLst>
          </p:cNvPr>
          <p:cNvSpPr txBox="1"/>
          <p:nvPr/>
        </p:nvSpPr>
        <p:spPr>
          <a:xfrm>
            <a:off x="9429587" y="370027"/>
            <a:ext cx="12562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>
                <a:latin typeface="Arial Rounded MT Bold" panose="020F0704030504030204" pitchFamily="34" charset="0"/>
              </a:rPr>
              <a:t>PEDIDO</a:t>
            </a:r>
            <a:endParaRPr lang="es-CO" b="1" dirty="0">
              <a:latin typeface="Arial Rounded MT Bold" panose="020F0704030504030204" pitchFamily="34" charset="0"/>
            </a:endParaRPr>
          </a:p>
        </p:txBody>
      </p:sp>
      <p:pic>
        <p:nvPicPr>
          <p:cNvPr id="59" name="Gráfico 58" descr="Carro de la compra">
            <a:extLst>
              <a:ext uri="{FF2B5EF4-FFF2-40B4-BE49-F238E27FC236}">
                <a16:creationId xmlns:a16="http://schemas.microsoft.com/office/drawing/2014/main" id="{5069A386-F8A9-1E48-1E4B-A00D525D043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040211" y="379359"/>
            <a:ext cx="328696" cy="360000"/>
          </a:xfrm>
          <a:prstGeom prst="rect">
            <a:avLst/>
          </a:prstGeom>
        </p:spPr>
      </p:pic>
      <p:sp>
        <p:nvSpPr>
          <p:cNvPr id="60" name="CuadroTexto 59">
            <a:extLst>
              <a:ext uri="{FF2B5EF4-FFF2-40B4-BE49-F238E27FC236}">
                <a16:creationId xmlns:a16="http://schemas.microsoft.com/office/drawing/2014/main" id="{50DB78D6-8E77-FE23-6F89-6A01D1C9F0C6}"/>
              </a:ext>
            </a:extLst>
          </p:cNvPr>
          <p:cNvSpPr txBox="1"/>
          <p:nvPr/>
        </p:nvSpPr>
        <p:spPr>
          <a:xfrm>
            <a:off x="9040211" y="829359"/>
            <a:ext cx="61901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050" dirty="0">
                <a:latin typeface="Arial" panose="020B0604020202020204" pitchFamily="34" charset="0"/>
                <a:cs typeface="Arial" panose="020B0604020202020204" pitchFamily="34" charset="0"/>
              </a:rPr>
              <a:t>MESA</a:t>
            </a:r>
            <a:endParaRPr lang="es-CO" sz="10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1" name="Rectángulo: esquinas redondeadas 60">
            <a:extLst>
              <a:ext uri="{FF2B5EF4-FFF2-40B4-BE49-F238E27FC236}">
                <a16:creationId xmlns:a16="http://schemas.microsoft.com/office/drawing/2014/main" id="{6247534A-AA22-E510-D529-5053DD6BB5F5}"/>
              </a:ext>
            </a:extLst>
          </p:cNvPr>
          <p:cNvSpPr/>
          <p:nvPr/>
        </p:nvSpPr>
        <p:spPr>
          <a:xfrm>
            <a:off x="9123425" y="1129609"/>
            <a:ext cx="1339804" cy="369332"/>
          </a:xfrm>
          <a:prstGeom prst="roundRect">
            <a:avLst>
              <a:gd name="adj" fmla="val 23725"/>
            </a:avLst>
          </a:prstGeom>
          <a:solidFill>
            <a:srgbClr val="FAF7F2"/>
          </a:solidFill>
          <a:ln>
            <a:solidFill>
              <a:srgbClr val="F2EE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MX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Mesa 1</a:t>
            </a:r>
            <a:endParaRPr lang="es-CO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3" name="Conector recto 62">
            <a:extLst>
              <a:ext uri="{FF2B5EF4-FFF2-40B4-BE49-F238E27FC236}">
                <a16:creationId xmlns:a16="http://schemas.microsoft.com/office/drawing/2014/main" id="{21673D79-DB2A-AED5-EC47-46696600AE31}"/>
              </a:ext>
            </a:extLst>
          </p:cNvPr>
          <p:cNvCxnSpPr>
            <a:cxnSpLocks/>
          </p:cNvCxnSpPr>
          <p:nvPr/>
        </p:nvCxnSpPr>
        <p:spPr>
          <a:xfrm>
            <a:off x="8812696" y="1772040"/>
            <a:ext cx="3379304" cy="0"/>
          </a:xfrm>
          <a:prstGeom prst="line">
            <a:avLst/>
          </a:prstGeom>
          <a:ln w="19050">
            <a:solidFill>
              <a:srgbClr val="BFBF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CuadroTexto 63">
            <a:extLst>
              <a:ext uri="{FF2B5EF4-FFF2-40B4-BE49-F238E27FC236}">
                <a16:creationId xmlns:a16="http://schemas.microsoft.com/office/drawing/2014/main" id="{DD21828C-4C18-B01C-C3BF-692FB5C54439}"/>
              </a:ext>
            </a:extLst>
          </p:cNvPr>
          <p:cNvSpPr txBox="1"/>
          <p:nvPr/>
        </p:nvSpPr>
        <p:spPr>
          <a:xfrm>
            <a:off x="9450478" y="3274552"/>
            <a:ext cx="20422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400" dirty="0">
                <a:latin typeface="Arial" panose="020B0604020202020204" pitchFamily="34" charset="0"/>
                <a:cs typeface="Arial" panose="020B0604020202020204" pitchFamily="34" charset="0"/>
              </a:rPr>
              <a:t>El Carrito esta Vacio</a:t>
            </a:r>
            <a:endParaRPr lang="es-CO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6" name="Conector recto 65">
            <a:extLst>
              <a:ext uri="{FF2B5EF4-FFF2-40B4-BE49-F238E27FC236}">
                <a16:creationId xmlns:a16="http://schemas.microsoft.com/office/drawing/2014/main" id="{EACCA493-C8FC-9D80-B21D-03152095D25B}"/>
              </a:ext>
            </a:extLst>
          </p:cNvPr>
          <p:cNvCxnSpPr>
            <a:cxnSpLocks/>
          </p:cNvCxnSpPr>
          <p:nvPr/>
        </p:nvCxnSpPr>
        <p:spPr>
          <a:xfrm flipV="1">
            <a:off x="8814048" y="5038835"/>
            <a:ext cx="0" cy="1831071"/>
          </a:xfrm>
          <a:prstGeom prst="line">
            <a:avLst/>
          </a:prstGeom>
          <a:ln w="12700">
            <a:solidFill>
              <a:srgbClr val="BFBF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Rectángulo: esquinas redondeadas 69">
            <a:extLst>
              <a:ext uri="{FF2B5EF4-FFF2-40B4-BE49-F238E27FC236}">
                <a16:creationId xmlns:a16="http://schemas.microsoft.com/office/drawing/2014/main" id="{0D5FD22A-0FDE-D1EE-776F-68C0F7199915}"/>
              </a:ext>
            </a:extLst>
          </p:cNvPr>
          <p:cNvSpPr/>
          <p:nvPr/>
        </p:nvSpPr>
        <p:spPr>
          <a:xfrm>
            <a:off x="9040211" y="6095281"/>
            <a:ext cx="2928419" cy="595083"/>
          </a:xfrm>
          <a:prstGeom prst="roundRect">
            <a:avLst/>
          </a:prstGeom>
          <a:solidFill>
            <a:srgbClr val="2914B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400" b="1" dirty="0">
                <a:latin typeface="Arial Rounded MT Bold" panose="020F0704030504030204" pitchFamily="34" charset="0"/>
              </a:rPr>
              <a:t>Confirmar Pedido</a:t>
            </a:r>
            <a:endParaRPr lang="es-CO" sz="1400" b="1" dirty="0">
              <a:latin typeface="Arial Rounded MT Bold" panose="020F0704030504030204" pitchFamily="34" charset="0"/>
            </a:endParaRPr>
          </a:p>
        </p:txBody>
      </p:sp>
      <p:sp>
        <p:nvSpPr>
          <p:cNvPr id="71" name="CuadroTexto 70">
            <a:extLst>
              <a:ext uri="{FF2B5EF4-FFF2-40B4-BE49-F238E27FC236}">
                <a16:creationId xmlns:a16="http://schemas.microsoft.com/office/drawing/2014/main" id="{7F1B49E0-EF1F-7061-366C-8CB1D926EC2F}"/>
              </a:ext>
            </a:extLst>
          </p:cNvPr>
          <p:cNvSpPr txBox="1"/>
          <p:nvPr/>
        </p:nvSpPr>
        <p:spPr>
          <a:xfrm>
            <a:off x="9011127" y="5530876"/>
            <a:ext cx="292841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600" b="1" dirty="0">
                <a:latin typeface="Arial" panose="020B0604020202020204" pitchFamily="34" charset="0"/>
                <a:cs typeface="Arial" panose="020B0604020202020204" pitchFamily="34" charset="0"/>
              </a:rPr>
              <a:t>Total</a:t>
            </a:r>
            <a:r>
              <a:rPr lang="es-MX" sz="1400" b="1" dirty="0">
                <a:latin typeface="Arial" panose="020B0604020202020204" pitchFamily="34" charset="0"/>
                <a:cs typeface="Arial" panose="020B0604020202020204" pitchFamily="34" charset="0"/>
              </a:rPr>
              <a:t>:                                    </a:t>
            </a:r>
            <a:r>
              <a:rPr lang="es-CO" sz="1400" b="1" dirty="0">
                <a:latin typeface="Arial" panose="020B0604020202020204" pitchFamily="34" charset="0"/>
                <a:cs typeface="Arial" panose="020B0604020202020204" pitchFamily="34" charset="0"/>
              </a:rPr>
              <a:t>$0.00</a:t>
            </a:r>
            <a:endParaRPr lang="es-MX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0" name="CuadroTexto 79">
            <a:extLst>
              <a:ext uri="{FF2B5EF4-FFF2-40B4-BE49-F238E27FC236}">
                <a16:creationId xmlns:a16="http://schemas.microsoft.com/office/drawing/2014/main" id="{AEAEADE7-2BD9-54C1-4F8C-D69041BBE74E}"/>
              </a:ext>
            </a:extLst>
          </p:cNvPr>
          <p:cNvSpPr txBox="1"/>
          <p:nvPr/>
        </p:nvSpPr>
        <p:spPr>
          <a:xfrm>
            <a:off x="2527540" y="336095"/>
            <a:ext cx="21601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latin typeface="Arial Rounded MT Bold" panose="020F0704030504030204" pitchFamily="34" charset="0"/>
              </a:rPr>
              <a:t>Toma de Pedidos</a:t>
            </a:r>
            <a:endParaRPr lang="es-CO" dirty="0">
              <a:latin typeface="Arial Rounded MT Bold" panose="020F0704030504030204" pitchFamily="34" charset="0"/>
            </a:endParaRPr>
          </a:p>
        </p:txBody>
      </p:sp>
      <p:sp>
        <p:nvSpPr>
          <p:cNvPr id="81" name="Rectángulo: esquinas redondeadas 80">
            <a:extLst>
              <a:ext uri="{FF2B5EF4-FFF2-40B4-BE49-F238E27FC236}">
                <a16:creationId xmlns:a16="http://schemas.microsoft.com/office/drawing/2014/main" id="{4EBA35B4-023B-B82D-7048-DABD0F783E1C}"/>
              </a:ext>
            </a:extLst>
          </p:cNvPr>
          <p:cNvSpPr/>
          <p:nvPr/>
        </p:nvSpPr>
        <p:spPr>
          <a:xfrm>
            <a:off x="2644583" y="867999"/>
            <a:ext cx="5823555" cy="395856"/>
          </a:xfrm>
          <a:prstGeom prst="roundRect">
            <a:avLst/>
          </a:prstGeom>
          <a:solidFill>
            <a:schemeClr val="bg1"/>
          </a:solidFill>
          <a:ln>
            <a:solidFill>
              <a:srgbClr val="BFBFB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MX" sz="1400" dirty="0">
                <a:latin typeface="Arial Rounded MT Bold" panose="020F0704030504030204" pitchFamily="34" charset="0"/>
              </a:rPr>
              <a:t>         </a:t>
            </a:r>
            <a:r>
              <a:rPr lang="es-MX" sz="1400" dirty="0">
                <a:solidFill>
                  <a:srgbClr val="98A498"/>
                </a:solidFill>
                <a:latin typeface="Arial Rounded MT Bold" panose="020F0704030504030204" pitchFamily="34" charset="0"/>
              </a:rPr>
              <a:t>Buscar Productos…</a:t>
            </a:r>
            <a:endParaRPr lang="es-CO" sz="1400" dirty="0">
              <a:solidFill>
                <a:srgbClr val="98A498"/>
              </a:solidFill>
              <a:latin typeface="Arial Rounded MT Bold" panose="020F0704030504030204" pitchFamily="34" charset="0"/>
            </a:endParaRPr>
          </a:p>
        </p:txBody>
      </p:sp>
      <p:pic>
        <p:nvPicPr>
          <p:cNvPr id="83" name="Gráfico 82" descr="Lupa">
            <a:extLst>
              <a:ext uri="{FF2B5EF4-FFF2-40B4-BE49-F238E27FC236}">
                <a16:creationId xmlns:a16="http://schemas.microsoft.com/office/drawing/2014/main" id="{EBC8B8F9-3C52-C38A-55D7-9192B030162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769758" y="932534"/>
            <a:ext cx="266786" cy="266786"/>
          </a:xfrm>
          <a:prstGeom prst="rect">
            <a:avLst/>
          </a:prstGeom>
        </p:spPr>
      </p:pic>
      <p:grpSp>
        <p:nvGrpSpPr>
          <p:cNvPr id="98" name="Grupo 97">
            <a:extLst>
              <a:ext uri="{FF2B5EF4-FFF2-40B4-BE49-F238E27FC236}">
                <a16:creationId xmlns:a16="http://schemas.microsoft.com/office/drawing/2014/main" id="{A1961782-B23C-B2D9-4D28-96B57FBB9404}"/>
              </a:ext>
            </a:extLst>
          </p:cNvPr>
          <p:cNvGrpSpPr/>
          <p:nvPr/>
        </p:nvGrpSpPr>
        <p:grpSpPr>
          <a:xfrm>
            <a:off x="2644583" y="1611094"/>
            <a:ext cx="1719653" cy="1426636"/>
            <a:chOff x="2644583" y="1611094"/>
            <a:chExt cx="1719653" cy="1426636"/>
          </a:xfrm>
        </p:grpSpPr>
        <p:sp>
          <p:nvSpPr>
            <p:cNvPr id="84" name="Rectángulo: esquinas redondeadas 83">
              <a:extLst>
                <a:ext uri="{FF2B5EF4-FFF2-40B4-BE49-F238E27FC236}">
                  <a16:creationId xmlns:a16="http://schemas.microsoft.com/office/drawing/2014/main" id="{4C7E1685-DE13-4B3F-F92B-E21CF6B3B884}"/>
                </a:ext>
              </a:extLst>
            </p:cNvPr>
            <p:cNvSpPr/>
            <p:nvPr/>
          </p:nvSpPr>
          <p:spPr>
            <a:xfrm>
              <a:off x="2644583" y="1611094"/>
              <a:ext cx="1719653" cy="1426636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BFBFB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94" name="Rectángulo: esquinas redondeadas 93">
              <a:extLst>
                <a:ext uri="{FF2B5EF4-FFF2-40B4-BE49-F238E27FC236}">
                  <a16:creationId xmlns:a16="http://schemas.microsoft.com/office/drawing/2014/main" id="{7E57EB4D-A5F9-AC0B-29EB-909D41979146}"/>
                </a:ext>
              </a:extLst>
            </p:cNvPr>
            <p:cNvSpPr/>
            <p:nvPr/>
          </p:nvSpPr>
          <p:spPr>
            <a:xfrm>
              <a:off x="2769758" y="1766212"/>
              <a:ext cx="540000" cy="540000"/>
            </a:xfrm>
            <a:prstGeom prst="roundRect">
              <a:avLst/>
            </a:prstGeom>
            <a:solidFill>
              <a:schemeClr val="bg2"/>
            </a:solidFill>
            <a:ln>
              <a:solidFill>
                <a:srgbClr val="BFBFB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pic>
          <p:nvPicPr>
            <p:cNvPr id="93" name="Gráfico 92" descr="Imagen">
              <a:extLst>
                <a:ext uri="{FF2B5EF4-FFF2-40B4-BE49-F238E27FC236}">
                  <a16:creationId xmlns:a16="http://schemas.microsoft.com/office/drawing/2014/main" id="{994D294D-8596-F13E-DCB3-788FAE4E1DA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2856544" y="1856212"/>
              <a:ext cx="360000" cy="360000"/>
            </a:xfrm>
            <a:prstGeom prst="rect">
              <a:avLst/>
            </a:prstGeom>
          </p:spPr>
        </p:pic>
        <p:sp>
          <p:nvSpPr>
            <p:cNvPr id="95" name="CuadroTexto 94">
              <a:extLst>
                <a:ext uri="{FF2B5EF4-FFF2-40B4-BE49-F238E27FC236}">
                  <a16:creationId xmlns:a16="http://schemas.microsoft.com/office/drawing/2014/main" id="{DAC340BE-3594-9A47-FABC-71D01E6E1BAC}"/>
                </a:ext>
              </a:extLst>
            </p:cNvPr>
            <p:cNvSpPr txBox="1"/>
            <p:nvPr/>
          </p:nvSpPr>
          <p:spPr>
            <a:xfrm>
              <a:off x="3398642" y="1766212"/>
              <a:ext cx="8960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MX" sz="1200" dirty="0">
                  <a:latin typeface="Arial Rounded MT Bold" panose="020F0704030504030204" pitchFamily="34" charset="0"/>
                </a:rPr>
                <a:t>Plato N°1</a:t>
              </a:r>
              <a:endParaRPr lang="es-CO" sz="1200" dirty="0">
                <a:latin typeface="Arial Rounded MT Bold" panose="020F0704030504030204" pitchFamily="34" charset="0"/>
              </a:endParaRPr>
            </a:p>
          </p:txBody>
        </p:sp>
        <p:sp>
          <p:nvSpPr>
            <p:cNvPr id="96" name="CuadroTexto 95">
              <a:extLst>
                <a:ext uri="{FF2B5EF4-FFF2-40B4-BE49-F238E27FC236}">
                  <a16:creationId xmlns:a16="http://schemas.microsoft.com/office/drawing/2014/main" id="{3E9558F3-8050-1BC9-C3A1-3A925C26D7F8}"/>
                </a:ext>
              </a:extLst>
            </p:cNvPr>
            <p:cNvSpPr txBox="1"/>
            <p:nvPr/>
          </p:nvSpPr>
          <p:spPr>
            <a:xfrm>
              <a:off x="3398642" y="2144690"/>
              <a:ext cx="896056" cy="4154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MX" sz="1050" dirty="0">
                  <a:solidFill>
                    <a:srgbClr val="98A498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Categoría del Plato</a:t>
              </a:r>
              <a:endParaRPr lang="es-CO" sz="1050" dirty="0">
                <a:solidFill>
                  <a:srgbClr val="98A498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7" name="CuadroTexto 96">
              <a:extLst>
                <a:ext uri="{FF2B5EF4-FFF2-40B4-BE49-F238E27FC236}">
                  <a16:creationId xmlns:a16="http://schemas.microsoft.com/office/drawing/2014/main" id="{6F617742-8374-4395-A0EF-98E4D66A9B6F}"/>
                </a:ext>
              </a:extLst>
            </p:cNvPr>
            <p:cNvSpPr txBox="1"/>
            <p:nvPr/>
          </p:nvSpPr>
          <p:spPr>
            <a:xfrm>
              <a:off x="3398642" y="2666046"/>
              <a:ext cx="89605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MX" sz="1100" dirty="0">
                  <a:solidFill>
                    <a:srgbClr val="92D050"/>
                  </a:solidFill>
                  <a:latin typeface="Arial Rounded MT Bold" panose="020F0704030504030204" pitchFamily="34" charset="0"/>
                </a:rPr>
                <a:t>$0.00</a:t>
              </a:r>
              <a:endParaRPr lang="es-CO" sz="1100" dirty="0">
                <a:solidFill>
                  <a:srgbClr val="92D050"/>
                </a:solidFill>
                <a:latin typeface="Arial Rounded MT Bold" panose="020F0704030504030204" pitchFamily="34" charset="0"/>
              </a:endParaRPr>
            </a:p>
          </p:txBody>
        </p:sp>
      </p:grpSp>
      <p:grpSp>
        <p:nvGrpSpPr>
          <p:cNvPr id="107" name="Grupo 106">
            <a:extLst>
              <a:ext uri="{FF2B5EF4-FFF2-40B4-BE49-F238E27FC236}">
                <a16:creationId xmlns:a16="http://schemas.microsoft.com/office/drawing/2014/main" id="{2D8B40BD-230D-4A3B-A0CE-2B5DDA8F53F0}"/>
              </a:ext>
            </a:extLst>
          </p:cNvPr>
          <p:cNvGrpSpPr/>
          <p:nvPr/>
        </p:nvGrpSpPr>
        <p:grpSpPr>
          <a:xfrm>
            <a:off x="6748485" y="1611091"/>
            <a:ext cx="1719653" cy="1426636"/>
            <a:chOff x="2644583" y="1611094"/>
            <a:chExt cx="1719653" cy="1426636"/>
          </a:xfrm>
        </p:grpSpPr>
        <p:sp>
          <p:nvSpPr>
            <p:cNvPr id="108" name="Rectángulo: esquinas redondeadas 107">
              <a:extLst>
                <a:ext uri="{FF2B5EF4-FFF2-40B4-BE49-F238E27FC236}">
                  <a16:creationId xmlns:a16="http://schemas.microsoft.com/office/drawing/2014/main" id="{A8B43F35-8E5D-1268-0C45-60F3C07F292B}"/>
                </a:ext>
              </a:extLst>
            </p:cNvPr>
            <p:cNvSpPr/>
            <p:nvPr/>
          </p:nvSpPr>
          <p:spPr>
            <a:xfrm>
              <a:off x="2644583" y="1611094"/>
              <a:ext cx="1719653" cy="1426636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BFBFB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09" name="Rectángulo: esquinas redondeadas 108">
              <a:extLst>
                <a:ext uri="{FF2B5EF4-FFF2-40B4-BE49-F238E27FC236}">
                  <a16:creationId xmlns:a16="http://schemas.microsoft.com/office/drawing/2014/main" id="{15211549-CE9C-9945-4BB3-973650B2DD2C}"/>
                </a:ext>
              </a:extLst>
            </p:cNvPr>
            <p:cNvSpPr/>
            <p:nvPr/>
          </p:nvSpPr>
          <p:spPr>
            <a:xfrm>
              <a:off x="2769758" y="1766212"/>
              <a:ext cx="540000" cy="540000"/>
            </a:xfrm>
            <a:prstGeom prst="roundRect">
              <a:avLst/>
            </a:prstGeom>
            <a:solidFill>
              <a:schemeClr val="bg2"/>
            </a:solidFill>
            <a:ln>
              <a:solidFill>
                <a:srgbClr val="BFBFB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pic>
          <p:nvPicPr>
            <p:cNvPr id="110" name="Gráfico 109" descr="Imagen">
              <a:extLst>
                <a:ext uri="{FF2B5EF4-FFF2-40B4-BE49-F238E27FC236}">
                  <a16:creationId xmlns:a16="http://schemas.microsoft.com/office/drawing/2014/main" id="{1C2E1F82-1BBE-4BF4-6921-5ED2A03557E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2856544" y="1856212"/>
              <a:ext cx="360000" cy="360000"/>
            </a:xfrm>
            <a:prstGeom prst="rect">
              <a:avLst/>
            </a:prstGeom>
          </p:spPr>
        </p:pic>
        <p:sp>
          <p:nvSpPr>
            <p:cNvPr id="111" name="CuadroTexto 110">
              <a:extLst>
                <a:ext uri="{FF2B5EF4-FFF2-40B4-BE49-F238E27FC236}">
                  <a16:creationId xmlns:a16="http://schemas.microsoft.com/office/drawing/2014/main" id="{D8B4CF16-D0A6-A67A-1134-BDC910827405}"/>
                </a:ext>
              </a:extLst>
            </p:cNvPr>
            <p:cNvSpPr txBox="1"/>
            <p:nvPr/>
          </p:nvSpPr>
          <p:spPr>
            <a:xfrm>
              <a:off x="3398642" y="1766212"/>
              <a:ext cx="8960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MX" sz="1200" dirty="0">
                  <a:latin typeface="Arial Rounded MT Bold" panose="020F0704030504030204" pitchFamily="34" charset="0"/>
                </a:rPr>
                <a:t>Plato N°3</a:t>
              </a:r>
              <a:endParaRPr lang="es-CO" sz="1200" dirty="0">
                <a:latin typeface="Arial Rounded MT Bold" panose="020F0704030504030204" pitchFamily="34" charset="0"/>
              </a:endParaRPr>
            </a:p>
          </p:txBody>
        </p:sp>
        <p:sp>
          <p:nvSpPr>
            <p:cNvPr id="112" name="CuadroTexto 111">
              <a:extLst>
                <a:ext uri="{FF2B5EF4-FFF2-40B4-BE49-F238E27FC236}">
                  <a16:creationId xmlns:a16="http://schemas.microsoft.com/office/drawing/2014/main" id="{77B3978C-86EE-E65F-E40C-8E0F63A6C32C}"/>
                </a:ext>
              </a:extLst>
            </p:cNvPr>
            <p:cNvSpPr txBox="1"/>
            <p:nvPr/>
          </p:nvSpPr>
          <p:spPr>
            <a:xfrm>
              <a:off x="3398642" y="2144690"/>
              <a:ext cx="896056" cy="4154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MX" sz="1050" dirty="0">
                  <a:solidFill>
                    <a:srgbClr val="98A498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Categoría del Plato</a:t>
              </a:r>
              <a:endParaRPr lang="es-CO" sz="1050" dirty="0">
                <a:solidFill>
                  <a:srgbClr val="98A498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3" name="CuadroTexto 112">
              <a:extLst>
                <a:ext uri="{FF2B5EF4-FFF2-40B4-BE49-F238E27FC236}">
                  <a16:creationId xmlns:a16="http://schemas.microsoft.com/office/drawing/2014/main" id="{F28D77BB-CEA4-858D-C842-E9D2C2BDEF7D}"/>
                </a:ext>
              </a:extLst>
            </p:cNvPr>
            <p:cNvSpPr txBox="1"/>
            <p:nvPr/>
          </p:nvSpPr>
          <p:spPr>
            <a:xfrm>
              <a:off x="3398642" y="2666046"/>
              <a:ext cx="89605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MX" sz="1100" dirty="0">
                  <a:solidFill>
                    <a:srgbClr val="92D050"/>
                  </a:solidFill>
                  <a:latin typeface="Arial Rounded MT Bold" panose="020F0704030504030204" pitchFamily="34" charset="0"/>
                </a:rPr>
                <a:t>$0.00</a:t>
              </a:r>
              <a:endParaRPr lang="es-CO" sz="1100" dirty="0">
                <a:solidFill>
                  <a:srgbClr val="92D050"/>
                </a:solidFill>
                <a:latin typeface="Arial Rounded MT Bold" panose="020F0704030504030204" pitchFamily="34" charset="0"/>
              </a:endParaRPr>
            </a:p>
          </p:txBody>
        </p:sp>
      </p:grpSp>
      <p:grpSp>
        <p:nvGrpSpPr>
          <p:cNvPr id="114" name="Grupo 113">
            <a:extLst>
              <a:ext uri="{FF2B5EF4-FFF2-40B4-BE49-F238E27FC236}">
                <a16:creationId xmlns:a16="http://schemas.microsoft.com/office/drawing/2014/main" id="{75DA129C-2DE0-7AA6-33DB-8FAC8CDBC6B9}"/>
              </a:ext>
            </a:extLst>
          </p:cNvPr>
          <p:cNvGrpSpPr/>
          <p:nvPr/>
        </p:nvGrpSpPr>
        <p:grpSpPr>
          <a:xfrm>
            <a:off x="4696533" y="1611091"/>
            <a:ext cx="1719653" cy="1426636"/>
            <a:chOff x="2644583" y="1611094"/>
            <a:chExt cx="1719653" cy="1426636"/>
          </a:xfrm>
        </p:grpSpPr>
        <p:sp>
          <p:nvSpPr>
            <p:cNvPr id="115" name="Rectángulo: esquinas redondeadas 114">
              <a:extLst>
                <a:ext uri="{FF2B5EF4-FFF2-40B4-BE49-F238E27FC236}">
                  <a16:creationId xmlns:a16="http://schemas.microsoft.com/office/drawing/2014/main" id="{3C0744ED-2F29-DFFB-AA3B-B26FFEA10903}"/>
                </a:ext>
              </a:extLst>
            </p:cNvPr>
            <p:cNvSpPr/>
            <p:nvPr/>
          </p:nvSpPr>
          <p:spPr>
            <a:xfrm>
              <a:off x="2644583" y="1611094"/>
              <a:ext cx="1719653" cy="1426636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BFBFB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16" name="Rectángulo: esquinas redondeadas 115">
              <a:extLst>
                <a:ext uri="{FF2B5EF4-FFF2-40B4-BE49-F238E27FC236}">
                  <a16:creationId xmlns:a16="http://schemas.microsoft.com/office/drawing/2014/main" id="{3F5329D2-5840-D7C7-EDBE-862CFEB0D7D6}"/>
                </a:ext>
              </a:extLst>
            </p:cNvPr>
            <p:cNvSpPr/>
            <p:nvPr/>
          </p:nvSpPr>
          <p:spPr>
            <a:xfrm>
              <a:off x="2769758" y="1766212"/>
              <a:ext cx="540000" cy="540000"/>
            </a:xfrm>
            <a:prstGeom prst="roundRect">
              <a:avLst/>
            </a:prstGeom>
            <a:solidFill>
              <a:schemeClr val="bg2"/>
            </a:solidFill>
            <a:ln>
              <a:solidFill>
                <a:srgbClr val="BFBFB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pic>
          <p:nvPicPr>
            <p:cNvPr id="117" name="Gráfico 116" descr="Imagen">
              <a:extLst>
                <a:ext uri="{FF2B5EF4-FFF2-40B4-BE49-F238E27FC236}">
                  <a16:creationId xmlns:a16="http://schemas.microsoft.com/office/drawing/2014/main" id="{3728C29E-3287-DA37-8FEF-7C46DCAF7A7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2856544" y="1856212"/>
              <a:ext cx="360000" cy="360000"/>
            </a:xfrm>
            <a:prstGeom prst="rect">
              <a:avLst/>
            </a:prstGeom>
          </p:spPr>
        </p:pic>
        <p:sp>
          <p:nvSpPr>
            <p:cNvPr id="118" name="CuadroTexto 117">
              <a:extLst>
                <a:ext uri="{FF2B5EF4-FFF2-40B4-BE49-F238E27FC236}">
                  <a16:creationId xmlns:a16="http://schemas.microsoft.com/office/drawing/2014/main" id="{CAD5F615-6E3F-8370-B63A-FB220ADB5638}"/>
                </a:ext>
              </a:extLst>
            </p:cNvPr>
            <p:cNvSpPr txBox="1"/>
            <p:nvPr/>
          </p:nvSpPr>
          <p:spPr>
            <a:xfrm>
              <a:off x="3398642" y="1766212"/>
              <a:ext cx="8960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MX" sz="1200" dirty="0">
                  <a:latin typeface="Arial Rounded MT Bold" panose="020F0704030504030204" pitchFamily="34" charset="0"/>
                </a:rPr>
                <a:t>Plato N°2</a:t>
              </a:r>
              <a:endParaRPr lang="es-CO" sz="1200" dirty="0">
                <a:latin typeface="Arial Rounded MT Bold" panose="020F0704030504030204" pitchFamily="34" charset="0"/>
              </a:endParaRPr>
            </a:p>
          </p:txBody>
        </p:sp>
        <p:sp>
          <p:nvSpPr>
            <p:cNvPr id="119" name="CuadroTexto 118">
              <a:extLst>
                <a:ext uri="{FF2B5EF4-FFF2-40B4-BE49-F238E27FC236}">
                  <a16:creationId xmlns:a16="http://schemas.microsoft.com/office/drawing/2014/main" id="{35A18B91-1E9E-BFFF-8A11-789B446EA286}"/>
                </a:ext>
              </a:extLst>
            </p:cNvPr>
            <p:cNvSpPr txBox="1"/>
            <p:nvPr/>
          </p:nvSpPr>
          <p:spPr>
            <a:xfrm>
              <a:off x="3398642" y="2144690"/>
              <a:ext cx="896056" cy="4154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MX" sz="1050" dirty="0">
                  <a:solidFill>
                    <a:srgbClr val="98A498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Categoría del Plato</a:t>
              </a:r>
              <a:endParaRPr lang="es-CO" sz="1050" dirty="0">
                <a:solidFill>
                  <a:srgbClr val="98A498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0" name="CuadroTexto 119">
              <a:extLst>
                <a:ext uri="{FF2B5EF4-FFF2-40B4-BE49-F238E27FC236}">
                  <a16:creationId xmlns:a16="http://schemas.microsoft.com/office/drawing/2014/main" id="{22AA4D77-93C2-F4D8-D0ED-424BC6EA988F}"/>
                </a:ext>
              </a:extLst>
            </p:cNvPr>
            <p:cNvSpPr txBox="1"/>
            <p:nvPr/>
          </p:nvSpPr>
          <p:spPr>
            <a:xfrm>
              <a:off x="3398642" y="2666046"/>
              <a:ext cx="89605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MX" sz="1100" dirty="0">
                  <a:solidFill>
                    <a:srgbClr val="92D050"/>
                  </a:solidFill>
                  <a:latin typeface="Arial Rounded MT Bold" panose="020F0704030504030204" pitchFamily="34" charset="0"/>
                </a:rPr>
                <a:t>$0.00</a:t>
              </a:r>
              <a:endParaRPr lang="es-CO" sz="1100" dirty="0">
                <a:solidFill>
                  <a:srgbClr val="92D050"/>
                </a:solidFill>
                <a:latin typeface="Arial Rounded MT Bold" panose="020F0704030504030204" pitchFamily="34" charset="0"/>
              </a:endParaRPr>
            </a:p>
          </p:txBody>
        </p:sp>
      </p:grpSp>
      <p:grpSp>
        <p:nvGrpSpPr>
          <p:cNvPr id="121" name="Grupo 120">
            <a:extLst>
              <a:ext uri="{FF2B5EF4-FFF2-40B4-BE49-F238E27FC236}">
                <a16:creationId xmlns:a16="http://schemas.microsoft.com/office/drawing/2014/main" id="{EAEE4270-D663-B1C8-8E8C-A0432A3CB13F}"/>
              </a:ext>
            </a:extLst>
          </p:cNvPr>
          <p:cNvGrpSpPr/>
          <p:nvPr/>
        </p:nvGrpSpPr>
        <p:grpSpPr>
          <a:xfrm>
            <a:off x="2644583" y="3391050"/>
            <a:ext cx="1719653" cy="1426636"/>
            <a:chOff x="2644583" y="1611094"/>
            <a:chExt cx="1719653" cy="1426636"/>
          </a:xfrm>
        </p:grpSpPr>
        <p:sp>
          <p:nvSpPr>
            <p:cNvPr id="122" name="Rectángulo: esquinas redondeadas 121">
              <a:extLst>
                <a:ext uri="{FF2B5EF4-FFF2-40B4-BE49-F238E27FC236}">
                  <a16:creationId xmlns:a16="http://schemas.microsoft.com/office/drawing/2014/main" id="{2E89655E-1F00-7665-7DE9-8D4DF5EAD09D}"/>
                </a:ext>
              </a:extLst>
            </p:cNvPr>
            <p:cNvSpPr/>
            <p:nvPr/>
          </p:nvSpPr>
          <p:spPr>
            <a:xfrm>
              <a:off x="2644583" y="1611094"/>
              <a:ext cx="1719653" cy="1426636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BFBFB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23" name="Rectángulo: esquinas redondeadas 122">
              <a:extLst>
                <a:ext uri="{FF2B5EF4-FFF2-40B4-BE49-F238E27FC236}">
                  <a16:creationId xmlns:a16="http://schemas.microsoft.com/office/drawing/2014/main" id="{B64861F9-5692-4AB4-75F1-F0D74DB96BA7}"/>
                </a:ext>
              </a:extLst>
            </p:cNvPr>
            <p:cNvSpPr/>
            <p:nvPr/>
          </p:nvSpPr>
          <p:spPr>
            <a:xfrm>
              <a:off x="2769758" y="1766212"/>
              <a:ext cx="540000" cy="540000"/>
            </a:xfrm>
            <a:prstGeom prst="roundRect">
              <a:avLst/>
            </a:prstGeom>
            <a:solidFill>
              <a:schemeClr val="bg2"/>
            </a:solidFill>
            <a:ln>
              <a:solidFill>
                <a:srgbClr val="BFBFB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pic>
          <p:nvPicPr>
            <p:cNvPr id="124" name="Gráfico 123" descr="Imagen">
              <a:extLst>
                <a:ext uri="{FF2B5EF4-FFF2-40B4-BE49-F238E27FC236}">
                  <a16:creationId xmlns:a16="http://schemas.microsoft.com/office/drawing/2014/main" id="{EF165BE0-32AC-C012-D55F-09953B35316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2856544" y="1856212"/>
              <a:ext cx="360000" cy="360000"/>
            </a:xfrm>
            <a:prstGeom prst="rect">
              <a:avLst/>
            </a:prstGeom>
          </p:spPr>
        </p:pic>
        <p:sp>
          <p:nvSpPr>
            <p:cNvPr id="125" name="CuadroTexto 124">
              <a:extLst>
                <a:ext uri="{FF2B5EF4-FFF2-40B4-BE49-F238E27FC236}">
                  <a16:creationId xmlns:a16="http://schemas.microsoft.com/office/drawing/2014/main" id="{0095C8BC-AAD8-2AE5-342E-B191D5D1C3D9}"/>
                </a:ext>
              </a:extLst>
            </p:cNvPr>
            <p:cNvSpPr txBox="1"/>
            <p:nvPr/>
          </p:nvSpPr>
          <p:spPr>
            <a:xfrm>
              <a:off x="3398642" y="1766212"/>
              <a:ext cx="8960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MX" sz="1200" dirty="0">
                  <a:latin typeface="Arial Rounded MT Bold" panose="020F0704030504030204" pitchFamily="34" charset="0"/>
                </a:rPr>
                <a:t>Plato N°4</a:t>
              </a:r>
              <a:endParaRPr lang="es-CO" sz="1200" dirty="0">
                <a:latin typeface="Arial Rounded MT Bold" panose="020F0704030504030204" pitchFamily="34" charset="0"/>
              </a:endParaRPr>
            </a:p>
          </p:txBody>
        </p:sp>
        <p:sp>
          <p:nvSpPr>
            <p:cNvPr id="126" name="CuadroTexto 125">
              <a:extLst>
                <a:ext uri="{FF2B5EF4-FFF2-40B4-BE49-F238E27FC236}">
                  <a16:creationId xmlns:a16="http://schemas.microsoft.com/office/drawing/2014/main" id="{E706C044-AB73-7E01-4B3E-6C2167604064}"/>
                </a:ext>
              </a:extLst>
            </p:cNvPr>
            <p:cNvSpPr txBox="1"/>
            <p:nvPr/>
          </p:nvSpPr>
          <p:spPr>
            <a:xfrm>
              <a:off x="3398642" y="2144690"/>
              <a:ext cx="896056" cy="4154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MX" sz="1050" dirty="0">
                  <a:solidFill>
                    <a:srgbClr val="98A498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Categoría del Plato</a:t>
              </a:r>
              <a:endParaRPr lang="es-CO" sz="1050" dirty="0">
                <a:solidFill>
                  <a:srgbClr val="98A498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7" name="CuadroTexto 126">
              <a:extLst>
                <a:ext uri="{FF2B5EF4-FFF2-40B4-BE49-F238E27FC236}">
                  <a16:creationId xmlns:a16="http://schemas.microsoft.com/office/drawing/2014/main" id="{AC0C17A8-053B-45A4-39F1-EDC7CDC2E59C}"/>
                </a:ext>
              </a:extLst>
            </p:cNvPr>
            <p:cNvSpPr txBox="1"/>
            <p:nvPr/>
          </p:nvSpPr>
          <p:spPr>
            <a:xfrm>
              <a:off x="3398642" y="2666046"/>
              <a:ext cx="89605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MX" sz="1100" dirty="0">
                  <a:solidFill>
                    <a:srgbClr val="92D050"/>
                  </a:solidFill>
                  <a:latin typeface="Arial Rounded MT Bold" panose="020F0704030504030204" pitchFamily="34" charset="0"/>
                </a:rPr>
                <a:t>$0.00</a:t>
              </a:r>
              <a:endParaRPr lang="es-CO" sz="1100" dirty="0">
                <a:solidFill>
                  <a:srgbClr val="92D050"/>
                </a:solidFill>
                <a:latin typeface="Arial Rounded MT Bold" panose="020F0704030504030204" pitchFamily="34" charset="0"/>
              </a:endParaRPr>
            </a:p>
          </p:txBody>
        </p:sp>
      </p:grpSp>
      <p:grpSp>
        <p:nvGrpSpPr>
          <p:cNvPr id="128" name="Grupo 127">
            <a:extLst>
              <a:ext uri="{FF2B5EF4-FFF2-40B4-BE49-F238E27FC236}">
                <a16:creationId xmlns:a16="http://schemas.microsoft.com/office/drawing/2014/main" id="{C128D651-DFF2-383E-3801-D5158A8DD220}"/>
              </a:ext>
            </a:extLst>
          </p:cNvPr>
          <p:cNvGrpSpPr/>
          <p:nvPr/>
        </p:nvGrpSpPr>
        <p:grpSpPr>
          <a:xfrm>
            <a:off x="6748485" y="3391047"/>
            <a:ext cx="1719653" cy="1426636"/>
            <a:chOff x="2644583" y="1611094"/>
            <a:chExt cx="1719653" cy="1426636"/>
          </a:xfrm>
        </p:grpSpPr>
        <p:sp>
          <p:nvSpPr>
            <p:cNvPr id="129" name="Rectángulo: esquinas redondeadas 128">
              <a:extLst>
                <a:ext uri="{FF2B5EF4-FFF2-40B4-BE49-F238E27FC236}">
                  <a16:creationId xmlns:a16="http://schemas.microsoft.com/office/drawing/2014/main" id="{D05AB0EC-0C35-A957-EF7F-268C50F4A33D}"/>
                </a:ext>
              </a:extLst>
            </p:cNvPr>
            <p:cNvSpPr/>
            <p:nvPr/>
          </p:nvSpPr>
          <p:spPr>
            <a:xfrm>
              <a:off x="2644583" y="1611094"/>
              <a:ext cx="1719653" cy="1426636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BFBFB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30" name="Rectángulo: esquinas redondeadas 129">
              <a:extLst>
                <a:ext uri="{FF2B5EF4-FFF2-40B4-BE49-F238E27FC236}">
                  <a16:creationId xmlns:a16="http://schemas.microsoft.com/office/drawing/2014/main" id="{A9322349-2925-602F-0D9D-CBDF73849FE5}"/>
                </a:ext>
              </a:extLst>
            </p:cNvPr>
            <p:cNvSpPr/>
            <p:nvPr/>
          </p:nvSpPr>
          <p:spPr>
            <a:xfrm>
              <a:off x="2769758" y="1766212"/>
              <a:ext cx="540000" cy="540000"/>
            </a:xfrm>
            <a:prstGeom prst="roundRect">
              <a:avLst/>
            </a:prstGeom>
            <a:solidFill>
              <a:schemeClr val="bg2"/>
            </a:solidFill>
            <a:ln>
              <a:solidFill>
                <a:srgbClr val="BFBFB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pic>
          <p:nvPicPr>
            <p:cNvPr id="131" name="Gráfico 130" descr="Imagen">
              <a:extLst>
                <a:ext uri="{FF2B5EF4-FFF2-40B4-BE49-F238E27FC236}">
                  <a16:creationId xmlns:a16="http://schemas.microsoft.com/office/drawing/2014/main" id="{75BA41B0-8E12-DA04-CCA9-1F288710544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2856544" y="1856212"/>
              <a:ext cx="360000" cy="360000"/>
            </a:xfrm>
            <a:prstGeom prst="rect">
              <a:avLst/>
            </a:prstGeom>
          </p:spPr>
        </p:pic>
        <p:sp>
          <p:nvSpPr>
            <p:cNvPr id="132" name="CuadroTexto 131">
              <a:extLst>
                <a:ext uri="{FF2B5EF4-FFF2-40B4-BE49-F238E27FC236}">
                  <a16:creationId xmlns:a16="http://schemas.microsoft.com/office/drawing/2014/main" id="{F8208CB6-7AFD-E61B-2282-F5D5CFB2DE67}"/>
                </a:ext>
              </a:extLst>
            </p:cNvPr>
            <p:cNvSpPr txBox="1"/>
            <p:nvPr/>
          </p:nvSpPr>
          <p:spPr>
            <a:xfrm>
              <a:off x="3398642" y="1766212"/>
              <a:ext cx="8960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MX" sz="1200" dirty="0">
                  <a:latin typeface="Arial Rounded MT Bold" panose="020F0704030504030204" pitchFamily="34" charset="0"/>
                </a:rPr>
                <a:t>Plato N°6</a:t>
              </a:r>
              <a:endParaRPr lang="es-CO" sz="1200" dirty="0">
                <a:latin typeface="Arial Rounded MT Bold" panose="020F0704030504030204" pitchFamily="34" charset="0"/>
              </a:endParaRPr>
            </a:p>
          </p:txBody>
        </p:sp>
        <p:sp>
          <p:nvSpPr>
            <p:cNvPr id="133" name="CuadroTexto 132">
              <a:extLst>
                <a:ext uri="{FF2B5EF4-FFF2-40B4-BE49-F238E27FC236}">
                  <a16:creationId xmlns:a16="http://schemas.microsoft.com/office/drawing/2014/main" id="{989DD63D-91B8-CAE8-A850-CF3E38EF22FF}"/>
                </a:ext>
              </a:extLst>
            </p:cNvPr>
            <p:cNvSpPr txBox="1"/>
            <p:nvPr/>
          </p:nvSpPr>
          <p:spPr>
            <a:xfrm>
              <a:off x="3398642" y="2144690"/>
              <a:ext cx="896056" cy="4154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MX" sz="1050" dirty="0">
                  <a:solidFill>
                    <a:srgbClr val="98A498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Categoría del Plato</a:t>
              </a:r>
              <a:endParaRPr lang="es-CO" sz="1050" dirty="0">
                <a:solidFill>
                  <a:srgbClr val="98A498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4" name="CuadroTexto 133">
              <a:extLst>
                <a:ext uri="{FF2B5EF4-FFF2-40B4-BE49-F238E27FC236}">
                  <a16:creationId xmlns:a16="http://schemas.microsoft.com/office/drawing/2014/main" id="{FA978BAC-C29B-06C5-A0FE-7C7DADC02995}"/>
                </a:ext>
              </a:extLst>
            </p:cNvPr>
            <p:cNvSpPr txBox="1"/>
            <p:nvPr/>
          </p:nvSpPr>
          <p:spPr>
            <a:xfrm>
              <a:off x="3398642" y="2666046"/>
              <a:ext cx="89605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MX" sz="1100" dirty="0">
                  <a:solidFill>
                    <a:srgbClr val="92D050"/>
                  </a:solidFill>
                  <a:latin typeface="Arial Rounded MT Bold" panose="020F0704030504030204" pitchFamily="34" charset="0"/>
                </a:rPr>
                <a:t>$0.00</a:t>
              </a:r>
              <a:endParaRPr lang="es-CO" sz="1100" dirty="0">
                <a:solidFill>
                  <a:srgbClr val="92D050"/>
                </a:solidFill>
                <a:latin typeface="Arial Rounded MT Bold" panose="020F0704030504030204" pitchFamily="34" charset="0"/>
              </a:endParaRPr>
            </a:p>
          </p:txBody>
        </p:sp>
      </p:grpSp>
      <p:grpSp>
        <p:nvGrpSpPr>
          <p:cNvPr id="135" name="Grupo 134">
            <a:extLst>
              <a:ext uri="{FF2B5EF4-FFF2-40B4-BE49-F238E27FC236}">
                <a16:creationId xmlns:a16="http://schemas.microsoft.com/office/drawing/2014/main" id="{AF267F17-3A93-3EDA-33E8-C3EB9CCCB250}"/>
              </a:ext>
            </a:extLst>
          </p:cNvPr>
          <p:cNvGrpSpPr/>
          <p:nvPr/>
        </p:nvGrpSpPr>
        <p:grpSpPr>
          <a:xfrm>
            <a:off x="4696533" y="3391047"/>
            <a:ext cx="1719653" cy="1426636"/>
            <a:chOff x="2644583" y="1611094"/>
            <a:chExt cx="1719653" cy="1426636"/>
          </a:xfrm>
        </p:grpSpPr>
        <p:sp>
          <p:nvSpPr>
            <p:cNvPr id="136" name="Rectángulo: esquinas redondeadas 135">
              <a:extLst>
                <a:ext uri="{FF2B5EF4-FFF2-40B4-BE49-F238E27FC236}">
                  <a16:creationId xmlns:a16="http://schemas.microsoft.com/office/drawing/2014/main" id="{9075BDA1-CCE3-4022-C041-772CAEAE2A32}"/>
                </a:ext>
              </a:extLst>
            </p:cNvPr>
            <p:cNvSpPr/>
            <p:nvPr/>
          </p:nvSpPr>
          <p:spPr>
            <a:xfrm>
              <a:off x="2644583" y="1611094"/>
              <a:ext cx="1719653" cy="1426636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BFBFB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37" name="Rectángulo: esquinas redondeadas 136">
              <a:extLst>
                <a:ext uri="{FF2B5EF4-FFF2-40B4-BE49-F238E27FC236}">
                  <a16:creationId xmlns:a16="http://schemas.microsoft.com/office/drawing/2014/main" id="{2509E7D6-47B6-F5FD-75BE-B3597A042AC8}"/>
                </a:ext>
              </a:extLst>
            </p:cNvPr>
            <p:cNvSpPr/>
            <p:nvPr/>
          </p:nvSpPr>
          <p:spPr>
            <a:xfrm>
              <a:off x="2769758" y="1766212"/>
              <a:ext cx="540000" cy="540000"/>
            </a:xfrm>
            <a:prstGeom prst="roundRect">
              <a:avLst/>
            </a:prstGeom>
            <a:solidFill>
              <a:schemeClr val="bg2"/>
            </a:solidFill>
            <a:ln>
              <a:solidFill>
                <a:srgbClr val="BFBFB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pic>
          <p:nvPicPr>
            <p:cNvPr id="138" name="Gráfico 137" descr="Imagen">
              <a:extLst>
                <a:ext uri="{FF2B5EF4-FFF2-40B4-BE49-F238E27FC236}">
                  <a16:creationId xmlns:a16="http://schemas.microsoft.com/office/drawing/2014/main" id="{EE66A2A7-7C16-5DDC-5276-A47D1C2FBB5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2856544" y="1856212"/>
              <a:ext cx="360000" cy="360000"/>
            </a:xfrm>
            <a:prstGeom prst="rect">
              <a:avLst/>
            </a:prstGeom>
          </p:spPr>
        </p:pic>
        <p:sp>
          <p:nvSpPr>
            <p:cNvPr id="139" name="CuadroTexto 138">
              <a:extLst>
                <a:ext uri="{FF2B5EF4-FFF2-40B4-BE49-F238E27FC236}">
                  <a16:creationId xmlns:a16="http://schemas.microsoft.com/office/drawing/2014/main" id="{245F6771-1D83-C98F-118F-28F9A1069C66}"/>
                </a:ext>
              </a:extLst>
            </p:cNvPr>
            <p:cNvSpPr txBox="1"/>
            <p:nvPr/>
          </p:nvSpPr>
          <p:spPr>
            <a:xfrm>
              <a:off x="3398642" y="1766212"/>
              <a:ext cx="8960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MX" sz="1200" dirty="0">
                  <a:latin typeface="Arial Rounded MT Bold" panose="020F0704030504030204" pitchFamily="34" charset="0"/>
                </a:rPr>
                <a:t>Plato N°5</a:t>
              </a:r>
              <a:endParaRPr lang="es-CO" sz="1200" dirty="0">
                <a:latin typeface="Arial Rounded MT Bold" panose="020F0704030504030204" pitchFamily="34" charset="0"/>
              </a:endParaRPr>
            </a:p>
          </p:txBody>
        </p:sp>
        <p:sp>
          <p:nvSpPr>
            <p:cNvPr id="140" name="CuadroTexto 139">
              <a:extLst>
                <a:ext uri="{FF2B5EF4-FFF2-40B4-BE49-F238E27FC236}">
                  <a16:creationId xmlns:a16="http://schemas.microsoft.com/office/drawing/2014/main" id="{9D0724C0-451C-7BA4-3784-40AFC67E7A56}"/>
                </a:ext>
              </a:extLst>
            </p:cNvPr>
            <p:cNvSpPr txBox="1"/>
            <p:nvPr/>
          </p:nvSpPr>
          <p:spPr>
            <a:xfrm>
              <a:off x="3398642" y="2144690"/>
              <a:ext cx="896056" cy="4154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MX" sz="1050" dirty="0">
                  <a:solidFill>
                    <a:srgbClr val="98A498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Categoría del Plato</a:t>
              </a:r>
              <a:endParaRPr lang="es-CO" sz="1050" dirty="0">
                <a:solidFill>
                  <a:srgbClr val="98A498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1" name="CuadroTexto 140">
              <a:extLst>
                <a:ext uri="{FF2B5EF4-FFF2-40B4-BE49-F238E27FC236}">
                  <a16:creationId xmlns:a16="http://schemas.microsoft.com/office/drawing/2014/main" id="{FDB66102-1221-E673-98D6-2E9EA305CCBF}"/>
                </a:ext>
              </a:extLst>
            </p:cNvPr>
            <p:cNvSpPr txBox="1"/>
            <p:nvPr/>
          </p:nvSpPr>
          <p:spPr>
            <a:xfrm>
              <a:off x="3398642" y="2666046"/>
              <a:ext cx="89605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MX" sz="1100" dirty="0">
                  <a:solidFill>
                    <a:srgbClr val="92D050"/>
                  </a:solidFill>
                  <a:latin typeface="Arial Rounded MT Bold" panose="020F0704030504030204" pitchFamily="34" charset="0"/>
                </a:rPr>
                <a:t>$0.00</a:t>
              </a:r>
              <a:endParaRPr lang="es-CO" sz="1100" dirty="0">
                <a:solidFill>
                  <a:srgbClr val="92D050"/>
                </a:solidFill>
                <a:latin typeface="Arial Rounded MT Bold" panose="020F0704030504030204" pitchFamily="34" charset="0"/>
              </a:endParaRPr>
            </a:p>
          </p:txBody>
        </p:sp>
      </p:grpSp>
      <p:grpSp>
        <p:nvGrpSpPr>
          <p:cNvPr id="163" name="Grupo 162">
            <a:extLst>
              <a:ext uri="{FF2B5EF4-FFF2-40B4-BE49-F238E27FC236}">
                <a16:creationId xmlns:a16="http://schemas.microsoft.com/office/drawing/2014/main" id="{04C6D00B-9B8A-B88E-A61A-B4A5C59271E7}"/>
              </a:ext>
            </a:extLst>
          </p:cNvPr>
          <p:cNvGrpSpPr/>
          <p:nvPr/>
        </p:nvGrpSpPr>
        <p:grpSpPr>
          <a:xfrm>
            <a:off x="2644583" y="5171003"/>
            <a:ext cx="1719653" cy="1426636"/>
            <a:chOff x="2644583" y="1611094"/>
            <a:chExt cx="1719653" cy="1426636"/>
          </a:xfrm>
        </p:grpSpPr>
        <p:sp>
          <p:nvSpPr>
            <p:cNvPr id="164" name="Rectángulo: esquinas redondeadas 163">
              <a:extLst>
                <a:ext uri="{FF2B5EF4-FFF2-40B4-BE49-F238E27FC236}">
                  <a16:creationId xmlns:a16="http://schemas.microsoft.com/office/drawing/2014/main" id="{91B0947D-A805-9B2F-4E6E-A9022DF5F552}"/>
                </a:ext>
              </a:extLst>
            </p:cNvPr>
            <p:cNvSpPr/>
            <p:nvPr/>
          </p:nvSpPr>
          <p:spPr>
            <a:xfrm>
              <a:off x="2644583" y="1611094"/>
              <a:ext cx="1719653" cy="1426636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BFBFB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65" name="Rectángulo: esquinas redondeadas 164">
              <a:extLst>
                <a:ext uri="{FF2B5EF4-FFF2-40B4-BE49-F238E27FC236}">
                  <a16:creationId xmlns:a16="http://schemas.microsoft.com/office/drawing/2014/main" id="{E7E54E6F-6AE9-1D98-BE0C-85E33125C243}"/>
                </a:ext>
              </a:extLst>
            </p:cNvPr>
            <p:cNvSpPr/>
            <p:nvPr/>
          </p:nvSpPr>
          <p:spPr>
            <a:xfrm>
              <a:off x="2769758" y="1766212"/>
              <a:ext cx="540000" cy="540000"/>
            </a:xfrm>
            <a:prstGeom prst="roundRect">
              <a:avLst/>
            </a:prstGeom>
            <a:solidFill>
              <a:schemeClr val="bg2"/>
            </a:solidFill>
            <a:ln>
              <a:solidFill>
                <a:srgbClr val="BFBFB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pic>
          <p:nvPicPr>
            <p:cNvPr id="166" name="Gráfico 165" descr="Imagen">
              <a:extLst>
                <a:ext uri="{FF2B5EF4-FFF2-40B4-BE49-F238E27FC236}">
                  <a16:creationId xmlns:a16="http://schemas.microsoft.com/office/drawing/2014/main" id="{BBBE4852-90C5-5D01-DF4B-C82FFEA93EA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2856544" y="1856212"/>
              <a:ext cx="360000" cy="360000"/>
            </a:xfrm>
            <a:prstGeom prst="rect">
              <a:avLst/>
            </a:prstGeom>
          </p:spPr>
        </p:pic>
        <p:sp>
          <p:nvSpPr>
            <p:cNvPr id="167" name="CuadroTexto 166">
              <a:extLst>
                <a:ext uri="{FF2B5EF4-FFF2-40B4-BE49-F238E27FC236}">
                  <a16:creationId xmlns:a16="http://schemas.microsoft.com/office/drawing/2014/main" id="{9A78707D-6952-3756-0B2C-7F05E9E72079}"/>
                </a:ext>
              </a:extLst>
            </p:cNvPr>
            <p:cNvSpPr txBox="1"/>
            <p:nvPr/>
          </p:nvSpPr>
          <p:spPr>
            <a:xfrm>
              <a:off x="3398642" y="1766212"/>
              <a:ext cx="8960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MX" sz="1200" dirty="0">
                  <a:latin typeface="Arial Rounded MT Bold" panose="020F0704030504030204" pitchFamily="34" charset="0"/>
                </a:rPr>
                <a:t>Plato N°7</a:t>
              </a:r>
              <a:endParaRPr lang="es-CO" sz="1200" dirty="0">
                <a:latin typeface="Arial Rounded MT Bold" panose="020F0704030504030204" pitchFamily="34" charset="0"/>
              </a:endParaRPr>
            </a:p>
          </p:txBody>
        </p:sp>
        <p:sp>
          <p:nvSpPr>
            <p:cNvPr id="168" name="CuadroTexto 167">
              <a:extLst>
                <a:ext uri="{FF2B5EF4-FFF2-40B4-BE49-F238E27FC236}">
                  <a16:creationId xmlns:a16="http://schemas.microsoft.com/office/drawing/2014/main" id="{88F48E2E-D642-6979-7438-2CC257FF7F17}"/>
                </a:ext>
              </a:extLst>
            </p:cNvPr>
            <p:cNvSpPr txBox="1"/>
            <p:nvPr/>
          </p:nvSpPr>
          <p:spPr>
            <a:xfrm>
              <a:off x="3398642" y="2144690"/>
              <a:ext cx="896056" cy="4154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MX" sz="1050" dirty="0">
                  <a:solidFill>
                    <a:srgbClr val="98A498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Categoría del Plato</a:t>
              </a:r>
              <a:endParaRPr lang="es-CO" sz="1050" dirty="0">
                <a:solidFill>
                  <a:srgbClr val="98A498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9" name="CuadroTexto 168">
              <a:extLst>
                <a:ext uri="{FF2B5EF4-FFF2-40B4-BE49-F238E27FC236}">
                  <a16:creationId xmlns:a16="http://schemas.microsoft.com/office/drawing/2014/main" id="{FBEC5ADC-9E01-8149-A5F5-1BBAE30B64D7}"/>
                </a:ext>
              </a:extLst>
            </p:cNvPr>
            <p:cNvSpPr txBox="1"/>
            <p:nvPr/>
          </p:nvSpPr>
          <p:spPr>
            <a:xfrm>
              <a:off x="3398642" y="2666046"/>
              <a:ext cx="89605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MX" sz="1100" dirty="0">
                  <a:solidFill>
                    <a:srgbClr val="92D050"/>
                  </a:solidFill>
                  <a:latin typeface="Arial Rounded MT Bold" panose="020F0704030504030204" pitchFamily="34" charset="0"/>
                </a:rPr>
                <a:t>$0.00</a:t>
              </a:r>
              <a:endParaRPr lang="es-CO" sz="1100" dirty="0">
                <a:solidFill>
                  <a:srgbClr val="92D050"/>
                </a:solidFill>
                <a:latin typeface="Arial Rounded MT Bold" panose="020F0704030504030204" pitchFamily="34" charset="0"/>
              </a:endParaRPr>
            </a:p>
          </p:txBody>
        </p:sp>
      </p:grpSp>
      <p:grpSp>
        <p:nvGrpSpPr>
          <p:cNvPr id="170" name="Grupo 169">
            <a:extLst>
              <a:ext uri="{FF2B5EF4-FFF2-40B4-BE49-F238E27FC236}">
                <a16:creationId xmlns:a16="http://schemas.microsoft.com/office/drawing/2014/main" id="{572CFD07-FF8E-E730-937C-C364C8933F18}"/>
              </a:ext>
            </a:extLst>
          </p:cNvPr>
          <p:cNvGrpSpPr/>
          <p:nvPr/>
        </p:nvGrpSpPr>
        <p:grpSpPr>
          <a:xfrm>
            <a:off x="6748485" y="5171000"/>
            <a:ext cx="1719653" cy="1426636"/>
            <a:chOff x="2644583" y="1611094"/>
            <a:chExt cx="1719653" cy="1426636"/>
          </a:xfrm>
        </p:grpSpPr>
        <p:sp>
          <p:nvSpPr>
            <p:cNvPr id="171" name="Rectángulo: esquinas redondeadas 170">
              <a:extLst>
                <a:ext uri="{FF2B5EF4-FFF2-40B4-BE49-F238E27FC236}">
                  <a16:creationId xmlns:a16="http://schemas.microsoft.com/office/drawing/2014/main" id="{CC3C104B-678A-5272-AB42-D11CAA9B22C5}"/>
                </a:ext>
              </a:extLst>
            </p:cNvPr>
            <p:cNvSpPr/>
            <p:nvPr/>
          </p:nvSpPr>
          <p:spPr>
            <a:xfrm>
              <a:off x="2644583" y="1611094"/>
              <a:ext cx="1719653" cy="1426636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BFBFB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72" name="Rectángulo: esquinas redondeadas 171">
              <a:extLst>
                <a:ext uri="{FF2B5EF4-FFF2-40B4-BE49-F238E27FC236}">
                  <a16:creationId xmlns:a16="http://schemas.microsoft.com/office/drawing/2014/main" id="{260B2559-D05E-783F-071E-A25443C90F43}"/>
                </a:ext>
              </a:extLst>
            </p:cNvPr>
            <p:cNvSpPr/>
            <p:nvPr/>
          </p:nvSpPr>
          <p:spPr>
            <a:xfrm>
              <a:off x="2769758" y="1766212"/>
              <a:ext cx="540000" cy="540000"/>
            </a:xfrm>
            <a:prstGeom prst="roundRect">
              <a:avLst/>
            </a:prstGeom>
            <a:solidFill>
              <a:schemeClr val="bg2"/>
            </a:solidFill>
            <a:ln>
              <a:solidFill>
                <a:srgbClr val="BFBFB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pic>
          <p:nvPicPr>
            <p:cNvPr id="173" name="Gráfico 172" descr="Imagen">
              <a:extLst>
                <a:ext uri="{FF2B5EF4-FFF2-40B4-BE49-F238E27FC236}">
                  <a16:creationId xmlns:a16="http://schemas.microsoft.com/office/drawing/2014/main" id="{F79A7398-FF89-8E89-A577-0CD9E897D89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2856544" y="1856212"/>
              <a:ext cx="360000" cy="360000"/>
            </a:xfrm>
            <a:prstGeom prst="rect">
              <a:avLst/>
            </a:prstGeom>
          </p:spPr>
        </p:pic>
        <p:sp>
          <p:nvSpPr>
            <p:cNvPr id="174" name="CuadroTexto 173">
              <a:extLst>
                <a:ext uri="{FF2B5EF4-FFF2-40B4-BE49-F238E27FC236}">
                  <a16:creationId xmlns:a16="http://schemas.microsoft.com/office/drawing/2014/main" id="{3484387A-D0E3-9425-09AA-8FFB9FB2D122}"/>
                </a:ext>
              </a:extLst>
            </p:cNvPr>
            <p:cNvSpPr txBox="1"/>
            <p:nvPr/>
          </p:nvSpPr>
          <p:spPr>
            <a:xfrm>
              <a:off x="3398642" y="1766212"/>
              <a:ext cx="8960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MX" sz="1200" dirty="0">
                  <a:latin typeface="Arial Rounded MT Bold" panose="020F0704030504030204" pitchFamily="34" charset="0"/>
                </a:rPr>
                <a:t>Plato N°9</a:t>
              </a:r>
              <a:endParaRPr lang="es-CO" sz="1200" dirty="0">
                <a:latin typeface="Arial Rounded MT Bold" panose="020F0704030504030204" pitchFamily="34" charset="0"/>
              </a:endParaRPr>
            </a:p>
          </p:txBody>
        </p:sp>
        <p:sp>
          <p:nvSpPr>
            <p:cNvPr id="175" name="CuadroTexto 174">
              <a:extLst>
                <a:ext uri="{FF2B5EF4-FFF2-40B4-BE49-F238E27FC236}">
                  <a16:creationId xmlns:a16="http://schemas.microsoft.com/office/drawing/2014/main" id="{C8EF0FB0-8C28-134F-AF2D-2BCDA9B425A0}"/>
                </a:ext>
              </a:extLst>
            </p:cNvPr>
            <p:cNvSpPr txBox="1"/>
            <p:nvPr/>
          </p:nvSpPr>
          <p:spPr>
            <a:xfrm>
              <a:off x="3398642" y="2144690"/>
              <a:ext cx="896056" cy="4154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MX" sz="1050" dirty="0">
                  <a:solidFill>
                    <a:srgbClr val="98A498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Categoría del Plato</a:t>
              </a:r>
              <a:endParaRPr lang="es-CO" sz="1050" dirty="0">
                <a:solidFill>
                  <a:srgbClr val="98A498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6" name="CuadroTexto 175">
              <a:extLst>
                <a:ext uri="{FF2B5EF4-FFF2-40B4-BE49-F238E27FC236}">
                  <a16:creationId xmlns:a16="http://schemas.microsoft.com/office/drawing/2014/main" id="{7021CE63-6C74-3B0C-93F2-6D3470C7A561}"/>
                </a:ext>
              </a:extLst>
            </p:cNvPr>
            <p:cNvSpPr txBox="1"/>
            <p:nvPr/>
          </p:nvSpPr>
          <p:spPr>
            <a:xfrm>
              <a:off x="3398642" y="2666046"/>
              <a:ext cx="89605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MX" sz="1100" dirty="0">
                  <a:solidFill>
                    <a:srgbClr val="92D050"/>
                  </a:solidFill>
                  <a:latin typeface="Arial Rounded MT Bold" panose="020F0704030504030204" pitchFamily="34" charset="0"/>
                </a:rPr>
                <a:t>$0.00</a:t>
              </a:r>
              <a:endParaRPr lang="es-CO" sz="1100" dirty="0">
                <a:solidFill>
                  <a:srgbClr val="92D050"/>
                </a:solidFill>
                <a:latin typeface="Arial Rounded MT Bold" panose="020F0704030504030204" pitchFamily="34" charset="0"/>
              </a:endParaRPr>
            </a:p>
          </p:txBody>
        </p:sp>
      </p:grpSp>
      <p:grpSp>
        <p:nvGrpSpPr>
          <p:cNvPr id="177" name="Grupo 176">
            <a:extLst>
              <a:ext uri="{FF2B5EF4-FFF2-40B4-BE49-F238E27FC236}">
                <a16:creationId xmlns:a16="http://schemas.microsoft.com/office/drawing/2014/main" id="{D09E147A-9F2D-478B-B56D-9E61C312ACC2}"/>
              </a:ext>
            </a:extLst>
          </p:cNvPr>
          <p:cNvGrpSpPr/>
          <p:nvPr/>
        </p:nvGrpSpPr>
        <p:grpSpPr>
          <a:xfrm>
            <a:off x="4696533" y="5171000"/>
            <a:ext cx="1719653" cy="1426636"/>
            <a:chOff x="2644583" y="1611094"/>
            <a:chExt cx="1719653" cy="1426636"/>
          </a:xfrm>
        </p:grpSpPr>
        <p:sp>
          <p:nvSpPr>
            <p:cNvPr id="178" name="Rectángulo: esquinas redondeadas 177">
              <a:extLst>
                <a:ext uri="{FF2B5EF4-FFF2-40B4-BE49-F238E27FC236}">
                  <a16:creationId xmlns:a16="http://schemas.microsoft.com/office/drawing/2014/main" id="{414B2260-AADE-B1A0-8A24-E76C7C3B32D0}"/>
                </a:ext>
              </a:extLst>
            </p:cNvPr>
            <p:cNvSpPr/>
            <p:nvPr/>
          </p:nvSpPr>
          <p:spPr>
            <a:xfrm>
              <a:off x="2644583" y="1611094"/>
              <a:ext cx="1719653" cy="1426636"/>
            </a:xfrm>
            <a:prstGeom prst="roundRect">
              <a:avLst/>
            </a:prstGeom>
            <a:solidFill>
              <a:schemeClr val="bg1"/>
            </a:solidFill>
            <a:ln>
              <a:solidFill>
                <a:srgbClr val="BFBFB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79" name="Rectángulo: esquinas redondeadas 178">
              <a:extLst>
                <a:ext uri="{FF2B5EF4-FFF2-40B4-BE49-F238E27FC236}">
                  <a16:creationId xmlns:a16="http://schemas.microsoft.com/office/drawing/2014/main" id="{37F882DC-DEC0-3CEC-31C8-950EDAD79993}"/>
                </a:ext>
              </a:extLst>
            </p:cNvPr>
            <p:cNvSpPr/>
            <p:nvPr/>
          </p:nvSpPr>
          <p:spPr>
            <a:xfrm>
              <a:off x="2769758" y="1766212"/>
              <a:ext cx="540000" cy="540000"/>
            </a:xfrm>
            <a:prstGeom prst="roundRect">
              <a:avLst/>
            </a:prstGeom>
            <a:solidFill>
              <a:schemeClr val="bg2"/>
            </a:solidFill>
            <a:ln>
              <a:solidFill>
                <a:srgbClr val="BFBFB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pic>
          <p:nvPicPr>
            <p:cNvPr id="180" name="Gráfico 179" descr="Imagen">
              <a:extLst>
                <a:ext uri="{FF2B5EF4-FFF2-40B4-BE49-F238E27FC236}">
                  <a16:creationId xmlns:a16="http://schemas.microsoft.com/office/drawing/2014/main" id="{B7850442-77F4-40A2-8987-3D93D93D820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2856544" y="1856212"/>
              <a:ext cx="360000" cy="360000"/>
            </a:xfrm>
            <a:prstGeom prst="rect">
              <a:avLst/>
            </a:prstGeom>
          </p:spPr>
        </p:pic>
        <p:sp>
          <p:nvSpPr>
            <p:cNvPr id="181" name="CuadroTexto 180">
              <a:extLst>
                <a:ext uri="{FF2B5EF4-FFF2-40B4-BE49-F238E27FC236}">
                  <a16:creationId xmlns:a16="http://schemas.microsoft.com/office/drawing/2014/main" id="{1B371ACB-01CB-2707-07EC-2BF9104B9B24}"/>
                </a:ext>
              </a:extLst>
            </p:cNvPr>
            <p:cNvSpPr txBox="1"/>
            <p:nvPr/>
          </p:nvSpPr>
          <p:spPr>
            <a:xfrm>
              <a:off x="3398642" y="1766212"/>
              <a:ext cx="89605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MX" sz="1200" dirty="0">
                  <a:latin typeface="Arial Rounded MT Bold" panose="020F0704030504030204" pitchFamily="34" charset="0"/>
                </a:rPr>
                <a:t>Plato N°8</a:t>
              </a:r>
              <a:endParaRPr lang="es-CO" sz="1200" dirty="0">
                <a:latin typeface="Arial Rounded MT Bold" panose="020F0704030504030204" pitchFamily="34" charset="0"/>
              </a:endParaRPr>
            </a:p>
          </p:txBody>
        </p:sp>
        <p:sp>
          <p:nvSpPr>
            <p:cNvPr id="182" name="CuadroTexto 181">
              <a:extLst>
                <a:ext uri="{FF2B5EF4-FFF2-40B4-BE49-F238E27FC236}">
                  <a16:creationId xmlns:a16="http://schemas.microsoft.com/office/drawing/2014/main" id="{9F018100-7F20-6C94-A1E4-4AE2359BEB16}"/>
                </a:ext>
              </a:extLst>
            </p:cNvPr>
            <p:cNvSpPr txBox="1"/>
            <p:nvPr/>
          </p:nvSpPr>
          <p:spPr>
            <a:xfrm>
              <a:off x="3398642" y="2144690"/>
              <a:ext cx="896056" cy="4154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MX" sz="1050" dirty="0">
                  <a:solidFill>
                    <a:srgbClr val="98A498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Categoría del Plato</a:t>
              </a:r>
              <a:endParaRPr lang="es-CO" sz="1050" dirty="0">
                <a:solidFill>
                  <a:srgbClr val="98A498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3" name="CuadroTexto 182">
              <a:extLst>
                <a:ext uri="{FF2B5EF4-FFF2-40B4-BE49-F238E27FC236}">
                  <a16:creationId xmlns:a16="http://schemas.microsoft.com/office/drawing/2014/main" id="{A6D82384-7C0D-2689-16FE-A1F88D78A582}"/>
                </a:ext>
              </a:extLst>
            </p:cNvPr>
            <p:cNvSpPr txBox="1"/>
            <p:nvPr/>
          </p:nvSpPr>
          <p:spPr>
            <a:xfrm>
              <a:off x="3398642" y="2666046"/>
              <a:ext cx="89605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MX" sz="1100" dirty="0">
                  <a:solidFill>
                    <a:srgbClr val="92D050"/>
                  </a:solidFill>
                  <a:latin typeface="Arial Rounded MT Bold" panose="020F0704030504030204" pitchFamily="34" charset="0"/>
                </a:rPr>
                <a:t>$0.00</a:t>
              </a:r>
              <a:endParaRPr lang="es-CO" sz="1100" dirty="0">
                <a:solidFill>
                  <a:srgbClr val="92D050"/>
                </a:solidFill>
                <a:latin typeface="Arial Rounded MT Bold" panose="020F0704030504030204" pitchFamily="34" charset="0"/>
              </a:endParaRPr>
            </a:p>
          </p:txBody>
        </p:sp>
      </p:grpSp>
      <p:grpSp>
        <p:nvGrpSpPr>
          <p:cNvPr id="3" name="Grupo 2">
            <a:extLst>
              <a:ext uri="{FF2B5EF4-FFF2-40B4-BE49-F238E27FC236}">
                <a16:creationId xmlns:a16="http://schemas.microsoft.com/office/drawing/2014/main" id="{7E74C56E-053A-A9D7-461D-123FE18B1F9D}"/>
              </a:ext>
            </a:extLst>
          </p:cNvPr>
          <p:cNvGrpSpPr/>
          <p:nvPr/>
        </p:nvGrpSpPr>
        <p:grpSpPr>
          <a:xfrm>
            <a:off x="10240995" y="1277267"/>
            <a:ext cx="73062" cy="84474"/>
            <a:chOff x="5203180" y="2677729"/>
            <a:chExt cx="320128" cy="180000"/>
          </a:xfrm>
        </p:grpSpPr>
        <p:cxnSp>
          <p:nvCxnSpPr>
            <p:cNvPr id="4" name="Conector recto 3">
              <a:extLst>
                <a:ext uri="{FF2B5EF4-FFF2-40B4-BE49-F238E27FC236}">
                  <a16:creationId xmlns:a16="http://schemas.microsoft.com/office/drawing/2014/main" id="{0B54784F-E0E7-4192-2680-CA6D74382641}"/>
                </a:ext>
              </a:extLst>
            </p:cNvPr>
            <p:cNvCxnSpPr>
              <a:cxnSpLocks/>
            </p:cNvCxnSpPr>
            <p:nvPr/>
          </p:nvCxnSpPr>
          <p:spPr>
            <a:xfrm>
              <a:off x="5203180" y="2677729"/>
              <a:ext cx="149870" cy="180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Conector recto 4">
              <a:extLst>
                <a:ext uri="{FF2B5EF4-FFF2-40B4-BE49-F238E27FC236}">
                  <a16:creationId xmlns:a16="http://schemas.microsoft.com/office/drawing/2014/main" id="{126C4B8A-7610-4040-7E55-57D3F036C0B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349477" y="2677731"/>
              <a:ext cx="173831" cy="17999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CuadroTexto 5">
            <a:extLst>
              <a:ext uri="{FF2B5EF4-FFF2-40B4-BE49-F238E27FC236}">
                <a16:creationId xmlns:a16="http://schemas.microsoft.com/office/drawing/2014/main" id="{E0EC6626-0EF7-845B-70C2-BC4CE5F90595}"/>
              </a:ext>
            </a:extLst>
          </p:cNvPr>
          <p:cNvSpPr txBox="1"/>
          <p:nvPr/>
        </p:nvSpPr>
        <p:spPr>
          <a:xfrm>
            <a:off x="10639653" y="829359"/>
            <a:ext cx="88383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050" dirty="0">
                <a:latin typeface="Arial" panose="020B0604020202020204" pitchFamily="34" charset="0"/>
                <a:cs typeface="Arial" panose="020B0604020202020204" pitchFamily="34" charset="0"/>
              </a:rPr>
              <a:t>CLIENTES</a:t>
            </a:r>
            <a:endParaRPr lang="es-CO" sz="10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5A12F2AA-7EB1-5EED-5751-95928E8C1AC3}"/>
              </a:ext>
            </a:extLst>
          </p:cNvPr>
          <p:cNvSpPr/>
          <p:nvPr/>
        </p:nvSpPr>
        <p:spPr>
          <a:xfrm>
            <a:off x="10722867" y="1129609"/>
            <a:ext cx="1339804" cy="369332"/>
          </a:xfrm>
          <a:prstGeom prst="roundRect">
            <a:avLst>
              <a:gd name="adj" fmla="val 23725"/>
            </a:avLst>
          </a:prstGeom>
          <a:solidFill>
            <a:srgbClr val="FAF7F2"/>
          </a:solidFill>
          <a:ln>
            <a:solidFill>
              <a:srgbClr val="F2EE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MX" sz="1400" dirty="0" err="1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N°</a:t>
            </a:r>
            <a:r>
              <a:rPr lang="es-MX" sz="14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Clientes</a:t>
            </a:r>
            <a:endParaRPr lang="es-CO" sz="14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53257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3025A2-C926-C02E-C9ED-62E2FFD7F3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Grupo 45">
            <a:extLst>
              <a:ext uri="{FF2B5EF4-FFF2-40B4-BE49-F238E27FC236}">
                <a16:creationId xmlns:a16="http://schemas.microsoft.com/office/drawing/2014/main" id="{C4E69EBC-4A0A-A773-C353-703367F7AFFB}"/>
              </a:ext>
            </a:extLst>
          </p:cNvPr>
          <p:cNvGrpSpPr/>
          <p:nvPr/>
        </p:nvGrpSpPr>
        <p:grpSpPr>
          <a:xfrm>
            <a:off x="-8159" y="0"/>
            <a:ext cx="2308184" cy="6858000"/>
            <a:chOff x="-8164" y="0"/>
            <a:chExt cx="2504617" cy="6858000"/>
          </a:xfrm>
          <a:solidFill>
            <a:srgbClr val="00B0F0"/>
          </a:solidFill>
        </p:grpSpPr>
        <p:grpSp>
          <p:nvGrpSpPr>
            <p:cNvPr id="45" name="Grupo 44">
              <a:extLst>
                <a:ext uri="{FF2B5EF4-FFF2-40B4-BE49-F238E27FC236}">
                  <a16:creationId xmlns:a16="http://schemas.microsoft.com/office/drawing/2014/main" id="{1076BACF-D442-62B5-B0CE-03E54716800E}"/>
                </a:ext>
              </a:extLst>
            </p:cNvPr>
            <p:cNvGrpSpPr/>
            <p:nvPr/>
          </p:nvGrpSpPr>
          <p:grpSpPr>
            <a:xfrm>
              <a:off x="-8164" y="0"/>
              <a:ext cx="2504617" cy="6858000"/>
              <a:chOff x="-8164" y="0"/>
              <a:chExt cx="2504617" cy="6858000"/>
            </a:xfrm>
            <a:grpFill/>
          </p:grpSpPr>
          <p:sp>
            <p:nvSpPr>
              <p:cNvPr id="26" name="Rectángulo 25">
                <a:extLst>
                  <a:ext uri="{FF2B5EF4-FFF2-40B4-BE49-F238E27FC236}">
                    <a16:creationId xmlns:a16="http://schemas.microsoft.com/office/drawing/2014/main" id="{DE7A57AE-5CA0-1BCD-AE85-67B03374FDBD}"/>
                  </a:ext>
                </a:extLst>
              </p:cNvPr>
              <p:cNvSpPr/>
              <p:nvPr/>
            </p:nvSpPr>
            <p:spPr>
              <a:xfrm>
                <a:off x="-4" y="0"/>
                <a:ext cx="2496457" cy="6858000"/>
              </a:xfrm>
              <a:prstGeom prst="rect">
                <a:avLst/>
              </a:prstGeom>
              <a:solidFill>
                <a:srgbClr val="00004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 dirty="0"/>
              </a:p>
            </p:txBody>
          </p:sp>
          <p:cxnSp>
            <p:nvCxnSpPr>
              <p:cNvPr id="28" name="Conector recto 27">
                <a:extLst>
                  <a:ext uri="{FF2B5EF4-FFF2-40B4-BE49-F238E27FC236}">
                    <a16:creationId xmlns:a16="http://schemas.microsoft.com/office/drawing/2014/main" id="{64215927-D50F-9FA3-1431-902AB470000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8164" y="1103086"/>
                <a:ext cx="2496457" cy="0"/>
              </a:xfrm>
              <a:prstGeom prst="line">
                <a:avLst/>
              </a:prstGeom>
              <a:grpFill/>
              <a:ln w="28575">
                <a:solidFill>
                  <a:srgbClr val="0E076F"/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32" name="CuadroTexto 31">
                <a:extLst>
                  <a:ext uri="{FF2B5EF4-FFF2-40B4-BE49-F238E27FC236}">
                    <a16:creationId xmlns:a16="http://schemas.microsoft.com/office/drawing/2014/main" id="{9A9C42C8-E701-5199-38A3-051D05EBD3F9}"/>
                  </a:ext>
                </a:extLst>
              </p:cNvPr>
              <p:cNvSpPr txBox="1"/>
              <p:nvPr/>
            </p:nvSpPr>
            <p:spPr>
              <a:xfrm>
                <a:off x="1005319" y="374693"/>
                <a:ext cx="123388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MX" b="1" dirty="0">
                    <a:solidFill>
                      <a:schemeClr val="bg1"/>
                    </a:solidFill>
                    <a:latin typeface="Arial Rounded MT Bold" panose="020F0704030504030204" pitchFamily="34" charset="0"/>
                  </a:rPr>
                  <a:t>SIGRES</a:t>
                </a:r>
                <a:endParaRPr lang="es-CO" b="1" dirty="0">
                  <a:solidFill>
                    <a:schemeClr val="bg1"/>
                  </a:solidFill>
                  <a:latin typeface="Arial Rounded MT Bold" panose="020F0704030504030204" pitchFamily="34" charset="0"/>
                </a:endParaRPr>
              </a:p>
            </p:txBody>
          </p:sp>
        </p:grpSp>
        <p:grpSp>
          <p:nvGrpSpPr>
            <p:cNvPr id="44" name="Grupo 43">
              <a:extLst>
                <a:ext uri="{FF2B5EF4-FFF2-40B4-BE49-F238E27FC236}">
                  <a16:creationId xmlns:a16="http://schemas.microsoft.com/office/drawing/2014/main" id="{8B2993F4-7108-DD87-4DC6-AB8DB5484F60}"/>
                </a:ext>
              </a:extLst>
            </p:cNvPr>
            <p:cNvGrpSpPr/>
            <p:nvPr/>
          </p:nvGrpSpPr>
          <p:grpSpPr>
            <a:xfrm>
              <a:off x="249095" y="307980"/>
              <a:ext cx="540000" cy="496800"/>
              <a:chOff x="249095" y="307980"/>
              <a:chExt cx="540000" cy="496800"/>
            </a:xfrm>
            <a:grpFill/>
          </p:grpSpPr>
          <p:sp>
            <p:nvSpPr>
              <p:cNvPr id="35" name="Rectángulo: esquinas redondeadas 34">
                <a:extLst>
                  <a:ext uri="{FF2B5EF4-FFF2-40B4-BE49-F238E27FC236}">
                    <a16:creationId xmlns:a16="http://schemas.microsoft.com/office/drawing/2014/main" id="{26894DCE-3517-8C98-444F-2DE7B5492779}"/>
                  </a:ext>
                </a:extLst>
              </p:cNvPr>
              <p:cNvSpPr/>
              <p:nvPr/>
            </p:nvSpPr>
            <p:spPr>
              <a:xfrm>
                <a:off x="249095" y="307980"/>
                <a:ext cx="540000" cy="496800"/>
              </a:xfrm>
              <a:prstGeom prst="roundRect">
                <a:avLst/>
              </a:prstGeom>
              <a:solidFill>
                <a:srgbClr val="2914BE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 dirty="0"/>
              </a:p>
            </p:txBody>
          </p:sp>
          <p:pic>
            <p:nvPicPr>
              <p:cNvPr id="43" name="Gráfico 42" descr="Cuchillo y tenedor">
                <a:extLst>
                  <a:ext uri="{FF2B5EF4-FFF2-40B4-BE49-F238E27FC236}">
                    <a16:creationId xmlns:a16="http://schemas.microsoft.com/office/drawing/2014/main" id="{19434D2D-2BA6-0FF7-350B-477459CFB8A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>
                <a:off x="339094" y="374693"/>
                <a:ext cx="360000" cy="360000"/>
              </a:xfrm>
              <a:prstGeom prst="rect">
                <a:avLst/>
              </a:prstGeom>
            </p:spPr>
          </p:pic>
        </p:grpSp>
      </p:grpSp>
      <p:sp>
        <p:nvSpPr>
          <p:cNvPr id="52" name="Rectángulo: esquinas redondeadas 51">
            <a:extLst>
              <a:ext uri="{FF2B5EF4-FFF2-40B4-BE49-F238E27FC236}">
                <a16:creationId xmlns:a16="http://schemas.microsoft.com/office/drawing/2014/main" id="{5F2EDEF9-9059-4778-8978-0378A24ED677}"/>
              </a:ext>
            </a:extLst>
          </p:cNvPr>
          <p:cNvSpPr/>
          <p:nvPr/>
        </p:nvSpPr>
        <p:spPr>
          <a:xfrm>
            <a:off x="236443" y="6142383"/>
            <a:ext cx="1841545" cy="595083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MX" sz="1400" dirty="0">
                <a:latin typeface="Arial Rounded MT Bold" panose="020F0704030504030204" pitchFamily="34" charset="0"/>
              </a:rPr>
              <a:t>Cerrar Sesión</a:t>
            </a:r>
            <a:endParaRPr lang="es-CO" sz="1400" dirty="0">
              <a:latin typeface="Arial Rounded MT Bold" panose="020F0704030504030204" pitchFamily="34" charset="0"/>
            </a:endParaRPr>
          </a:p>
        </p:txBody>
      </p:sp>
      <p:sp>
        <p:nvSpPr>
          <p:cNvPr id="41" name="Rectángulo: esquinas redondeadas 40">
            <a:extLst>
              <a:ext uri="{FF2B5EF4-FFF2-40B4-BE49-F238E27FC236}">
                <a16:creationId xmlns:a16="http://schemas.microsoft.com/office/drawing/2014/main" id="{AD2EEF9B-8049-EA17-C18A-3A25241D209E}"/>
              </a:ext>
            </a:extLst>
          </p:cNvPr>
          <p:cNvSpPr/>
          <p:nvPr/>
        </p:nvSpPr>
        <p:spPr>
          <a:xfrm>
            <a:off x="221403" y="2554494"/>
            <a:ext cx="1841544" cy="595083"/>
          </a:xfrm>
          <a:prstGeom prst="roundRect">
            <a:avLst/>
          </a:prstGeom>
          <a:solidFill>
            <a:srgbClr val="2914BE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MX" sz="1400" dirty="0">
                <a:latin typeface="Arial Rounded MT Bold" panose="020F0704030504030204" pitchFamily="34" charset="0"/>
              </a:rPr>
              <a:t>          Mesas</a:t>
            </a:r>
            <a:endParaRPr lang="es-CO" sz="1400" dirty="0">
              <a:latin typeface="Arial Rounded MT Bold" panose="020F0704030504030204" pitchFamily="34" charset="0"/>
            </a:endParaRPr>
          </a:p>
        </p:txBody>
      </p:sp>
      <p:sp>
        <p:nvSpPr>
          <p:cNvPr id="37" name="Rectángulo: esquinas redondeadas 36">
            <a:extLst>
              <a:ext uri="{FF2B5EF4-FFF2-40B4-BE49-F238E27FC236}">
                <a16:creationId xmlns:a16="http://schemas.microsoft.com/office/drawing/2014/main" id="{3B567234-B1A4-BFD5-EE34-3871B2812DB8}"/>
              </a:ext>
            </a:extLst>
          </p:cNvPr>
          <p:cNvSpPr/>
          <p:nvPr/>
        </p:nvSpPr>
        <p:spPr>
          <a:xfrm>
            <a:off x="228924" y="1611091"/>
            <a:ext cx="1841544" cy="595083"/>
          </a:xfrm>
          <a:prstGeom prst="round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MX" sz="1400" dirty="0">
                <a:latin typeface="Arial Rounded MT Bold" panose="020F0704030504030204" pitchFamily="34" charset="0"/>
              </a:rPr>
              <a:t>          Pedidos</a:t>
            </a:r>
            <a:endParaRPr lang="es-CO" sz="1400" dirty="0">
              <a:latin typeface="Arial Rounded MT Bold" panose="020F0704030504030204" pitchFamily="34" charset="0"/>
            </a:endParaRPr>
          </a:p>
        </p:txBody>
      </p:sp>
      <p:pic>
        <p:nvPicPr>
          <p:cNvPr id="39" name="Gráfico 38" descr="Carro de la compra">
            <a:extLst>
              <a:ext uri="{FF2B5EF4-FFF2-40B4-BE49-F238E27FC236}">
                <a16:creationId xmlns:a16="http://schemas.microsoft.com/office/drawing/2014/main" id="{BBCF68AD-6F54-A61B-E2F1-3764C7C7DA4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1865" y="1728631"/>
            <a:ext cx="360000" cy="360000"/>
          </a:xfrm>
          <a:prstGeom prst="rect">
            <a:avLst/>
          </a:prstGeom>
        </p:spPr>
      </p:pic>
      <p:sp>
        <p:nvSpPr>
          <p:cNvPr id="48" name="Rectángulo: esquinas redondeadas 47">
            <a:extLst>
              <a:ext uri="{FF2B5EF4-FFF2-40B4-BE49-F238E27FC236}">
                <a16:creationId xmlns:a16="http://schemas.microsoft.com/office/drawing/2014/main" id="{2E133453-5C38-CF50-7B36-832335F22839}"/>
              </a:ext>
            </a:extLst>
          </p:cNvPr>
          <p:cNvSpPr/>
          <p:nvPr/>
        </p:nvSpPr>
        <p:spPr>
          <a:xfrm>
            <a:off x="221403" y="3509285"/>
            <a:ext cx="1841544" cy="595083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MX" sz="1400" dirty="0">
                <a:latin typeface="Arial Rounded MT Bold" panose="020F0704030504030204" pitchFamily="34" charset="0"/>
              </a:rPr>
              <a:t>          Inventario</a:t>
            </a:r>
            <a:endParaRPr lang="es-CO" sz="1400" dirty="0">
              <a:latin typeface="Arial Rounded MT Bold" panose="020F0704030504030204" pitchFamily="34" charset="0"/>
            </a:endParaRPr>
          </a:p>
        </p:txBody>
      </p:sp>
      <p:pic>
        <p:nvPicPr>
          <p:cNvPr id="50" name="Gráfico 49" descr="Caja">
            <a:extLst>
              <a:ext uri="{FF2B5EF4-FFF2-40B4-BE49-F238E27FC236}">
                <a16:creationId xmlns:a16="http://schemas.microsoft.com/office/drawing/2014/main" id="{3B13F8E4-28D3-8258-9CDD-2AF1CD094AC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1865" y="3640524"/>
            <a:ext cx="360000" cy="332603"/>
          </a:xfrm>
          <a:prstGeom prst="rect">
            <a:avLst/>
          </a:prstGeom>
        </p:spPr>
      </p:pic>
      <p:cxnSp>
        <p:nvCxnSpPr>
          <p:cNvPr id="51" name="Conector recto 50">
            <a:extLst>
              <a:ext uri="{FF2B5EF4-FFF2-40B4-BE49-F238E27FC236}">
                <a16:creationId xmlns:a16="http://schemas.microsoft.com/office/drawing/2014/main" id="{AED98DAB-6AC7-58D4-2722-2EA7265F3C6F}"/>
              </a:ext>
            </a:extLst>
          </p:cNvPr>
          <p:cNvCxnSpPr>
            <a:cxnSpLocks/>
          </p:cNvCxnSpPr>
          <p:nvPr/>
        </p:nvCxnSpPr>
        <p:spPr>
          <a:xfrm>
            <a:off x="-8158" y="6142383"/>
            <a:ext cx="2300664" cy="0"/>
          </a:xfrm>
          <a:prstGeom prst="line">
            <a:avLst/>
          </a:prstGeom>
          <a:solidFill>
            <a:srgbClr val="00B0F0"/>
          </a:solidFill>
          <a:ln w="28575">
            <a:solidFill>
              <a:srgbClr val="0E076F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3" name="Gráfico 2" descr="Mesa y sillas">
            <a:extLst>
              <a:ext uri="{FF2B5EF4-FFF2-40B4-BE49-F238E27FC236}">
                <a16:creationId xmlns:a16="http://schemas.microsoft.com/office/drawing/2014/main" id="{E0EA7965-787D-E27A-4567-97F961C7A3E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11865" y="2672035"/>
            <a:ext cx="360000" cy="360000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326AA9C7-EF7E-71D9-95BF-100A7CB14C0E}"/>
              </a:ext>
            </a:extLst>
          </p:cNvPr>
          <p:cNvSpPr txBox="1"/>
          <p:nvPr/>
        </p:nvSpPr>
        <p:spPr>
          <a:xfrm>
            <a:off x="2527540" y="336095"/>
            <a:ext cx="32769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latin typeface="Arial Rounded MT Bold" panose="020F0704030504030204" pitchFamily="34" charset="0"/>
              </a:rPr>
              <a:t>Gestión de Mesas / Pedidos</a:t>
            </a:r>
            <a:endParaRPr lang="es-CO" dirty="0">
              <a:latin typeface="Arial Rounded MT Bold" panose="020F0704030504030204" pitchFamily="34" charset="0"/>
            </a:endParaRPr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49D3F902-8A6F-53DC-8833-D7E020550C75}"/>
              </a:ext>
            </a:extLst>
          </p:cNvPr>
          <p:cNvSpPr/>
          <p:nvPr/>
        </p:nvSpPr>
        <p:spPr>
          <a:xfrm>
            <a:off x="2527540" y="1234218"/>
            <a:ext cx="1481242" cy="376873"/>
          </a:xfrm>
          <a:prstGeom prst="roundRect">
            <a:avLst/>
          </a:prstGeom>
          <a:solidFill>
            <a:srgbClr val="2914BE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400" dirty="0">
                <a:latin typeface="Arial Rounded MT Bold" panose="020F0704030504030204" pitchFamily="34" charset="0"/>
              </a:rPr>
              <a:t>Todas</a:t>
            </a:r>
            <a:endParaRPr lang="es-CO" sz="1400" dirty="0">
              <a:latin typeface="Arial Rounded MT Bold" panose="020F0704030504030204" pitchFamily="34" charset="0"/>
            </a:endParaRPr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1F884F8C-0EC1-1CB7-2529-E6AB1112333C}"/>
              </a:ext>
            </a:extLst>
          </p:cNvPr>
          <p:cNvSpPr/>
          <p:nvPr/>
        </p:nvSpPr>
        <p:spPr>
          <a:xfrm>
            <a:off x="4165996" y="1234217"/>
            <a:ext cx="1481242" cy="376873"/>
          </a:xfrm>
          <a:prstGeom prst="roundRect">
            <a:avLst/>
          </a:prstGeom>
          <a:noFill/>
          <a:ln>
            <a:solidFill>
              <a:srgbClr val="98A498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4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Disponibles</a:t>
            </a:r>
            <a:endParaRPr lang="es-CO" sz="1400" dirty="0">
              <a:solidFill>
                <a:schemeClr val="tx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B4DDBBD7-0EA9-1B4E-EDA6-BCDA02785B38}"/>
              </a:ext>
            </a:extLst>
          </p:cNvPr>
          <p:cNvSpPr txBox="1"/>
          <p:nvPr/>
        </p:nvSpPr>
        <p:spPr>
          <a:xfrm>
            <a:off x="2540240" y="705427"/>
            <a:ext cx="37263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200" dirty="0">
                <a:solidFill>
                  <a:schemeClr val="bg1">
                    <a:lumMod val="50000"/>
                  </a:schemeClr>
                </a:solidFill>
                <a:latin typeface="Arial Rounded MT Bold" panose="020F0704030504030204" pitchFamily="34" charset="0"/>
              </a:rPr>
              <a:t>Gestión de mesas y control de pedidos</a:t>
            </a:r>
            <a:endParaRPr lang="es-CO" sz="1200" dirty="0">
              <a:solidFill>
                <a:schemeClr val="bg1">
                  <a:lumMod val="50000"/>
                </a:schemeClr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90A449B4-71FD-A96B-B311-E6CC75062514}"/>
              </a:ext>
            </a:extLst>
          </p:cNvPr>
          <p:cNvSpPr/>
          <p:nvPr/>
        </p:nvSpPr>
        <p:spPr>
          <a:xfrm>
            <a:off x="5804143" y="1234217"/>
            <a:ext cx="1481242" cy="376873"/>
          </a:xfrm>
          <a:prstGeom prst="roundRect">
            <a:avLst/>
          </a:prstGeom>
          <a:noFill/>
          <a:ln>
            <a:solidFill>
              <a:srgbClr val="98A498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400" dirty="0">
                <a:solidFill>
                  <a:schemeClr val="tx1"/>
                </a:solidFill>
                <a:latin typeface="Arial Rounded MT Bold" panose="020F0704030504030204" pitchFamily="34" charset="0"/>
              </a:rPr>
              <a:t>Ocupadas</a:t>
            </a:r>
            <a:endParaRPr lang="es-CO" sz="1400" dirty="0">
              <a:solidFill>
                <a:schemeClr val="tx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AFBD3551-9EE9-1202-5C7E-921DAC979C3C}"/>
              </a:ext>
            </a:extLst>
          </p:cNvPr>
          <p:cNvSpPr/>
          <p:nvPr/>
        </p:nvSpPr>
        <p:spPr>
          <a:xfrm>
            <a:off x="2540240" y="1967683"/>
            <a:ext cx="1904760" cy="2451917"/>
          </a:xfrm>
          <a:prstGeom prst="roundRect">
            <a:avLst/>
          </a:prstGeom>
          <a:solidFill>
            <a:schemeClr val="bg1"/>
          </a:solidFill>
          <a:ln>
            <a:solidFill>
              <a:srgbClr val="BFBFB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702A6DA8-2CC2-6155-2FF0-6485EBB7E806}"/>
              </a:ext>
            </a:extLst>
          </p:cNvPr>
          <p:cNvSpPr txBox="1"/>
          <p:nvPr/>
        </p:nvSpPr>
        <p:spPr>
          <a:xfrm>
            <a:off x="2708000" y="2133013"/>
            <a:ext cx="8960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600" dirty="0">
                <a:latin typeface="Arial Rounded MT Bold" panose="020F0704030504030204" pitchFamily="34" charset="0"/>
              </a:rPr>
              <a:t>Mesa 1</a:t>
            </a:r>
            <a:endParaRPr lang="es-CO" sz="1600" dirty="0">
              <a:latin typeface="Arial Rounded MT Bold" panose="020F0704030504030204" pitchFamily="34" charset="0"/>
            </a:endParaRP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765E2BBE-D9CE-88B8-F7BA-7B81597A3BE9}"/>
              </a:ext>
            </a:extLst>
          </p:cNvPr>
          <p:cNvSpPr txBox="1"/>
          <p:nvPr/>
        </p:nvSpPr>
        <p:spPr>
          <a:xfrm>
            <a:off x="2708000" y="2687712"/>
            <a:ext cx="89605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Clientes</a:t>
            </a:r>
          </a:p>
        </p:txBody>
      </p:sp>
      <p:sp>
        <p:nvSpPr>
          <p:cNvPr id="49" name="CuadroTexto 48">
            <a:extLst>
              <a:ext uri="{FF2B5EF4-FFF2-40B4-BE49-F238E27FC236}">
                <a16:creationId xmlns:a16="http://schemas.microsoft.com/office/drawing/2014/main" id="{8F291250-9051-0C5E-3D70-D55CB9970C60}"/>
              </a:ext>
            </a:extLst>
          </p:cNvPr>
          <p:cNvSpPr txBox="1"/>
          <p:nvPr/>
        </p:nvSpPr>
        <p:spPr>
          <a:xfrm>
            <a:off x="2784982" y="2959470"/>
            <a:ext cx="89605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53" name="CuadroTexto 52">
            <a:extLst>
              <a:ext uri="{FF2B5EF4-FFF2-40B4-BE49-F238E27FC236}">
                <a16:creationId xmlns:a16="http://schemas.microsoft.com/office/drawing/2014/main" id="{139CA4D9-5553-34DF-AEE7-7ECA8EFCFA13}"/>
              </a:ext>
            </a:extLst>
          </p:cNvPr>
          <p:cNvSpPr txBox="1"/>
          <p:nvPr/>
        </p:nvSpPr>
        <p:spPr>
          <a:xfrm>
            <a:off x="2708000" y="3247675"/>
            <a:ext cx="89605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Total</a:t>
            </a:r>
          </a:p>
        </p:txBody>
      </p:sp>
      <p:sp>
        <p:nvSpPr>
          <p:cNvPr id="56" name="CuadroTexto 55">
            <a:extLst>
              <a:ext uri="{FF2B5EF4-FFF2-40B4-BE49-F238E27FC236}">
                <a16:creationId xmlns:a16="http://schemas.microsoft.com/office/drawing/2014/main" id="{1CF1494F-0A53-77B0-2E99-F38C350CB3DB}"/>
              </a:ext>
            </a:extLst>
          </p:cNvPr>
          <p:cNvSpPr txBox="1"/>
          <p:nvPr/>
        </p:nvSpPr>
        <p:spPr>
          <a:xfrm>
            <a:off x="2784982" y="3519433"/>
            <a:ext cx="89605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b="1" dirty="0">
                <a:solidFill>
                  <a:srgbClr val="92D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$0,00</a:t>
            </a:r>
          </a:p>
        </p:txBody>
      </p:sp>
      <p:cxnSp>
        <p:nvCxnSpPr>
          <p:cNvPr id="62" name="Conector recto 61">
            <a:extLst>
              <a:ext uri="{FF2B5EF4-FFF2-40B4-BE49-F238E27FC236}">
                <a16:creationId xmlns:a16="http://schemas.microsoft.com/office/drawing/2014/main" id="{B078EAD9-6D54-CAB2-B663-95D36FE41C9B}"/>
              </a:ext>
            </a:extLst>
          </p:cNvPr>
          <p:cNvCxnSpPr>
            <a:cxnSpLocks/>
          </p:cNvCxnSpPr>
          <p:nvPr/>
        </p:nvCxnSpPr>
        <p:spPr>
          <a:xfrm>
            <a:off x="2708000" y="2554494"/>
            <a:ext cx="1559200" cy="0"/>
          </a:xfrm>
          <a:prstGeom prst="line">
            <a:avLst/>
          </a:prstGeom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5" name="Gráfico 74" descr="Reloj de arena">
            <a:extLst>
              <a:ext uri="{FF2B5EF4-FFF2-40B4-BE49-F238E27FC236}">
                <a16:creationId xmlns:a16="http://schemas.microsoft.com/office/drawing/2014/main" id="{9B56EF5F-BBDB-F501-7FE8-E2A1831465B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712035" y="3927058"/>
            <a:ext cx="252000" cy="252000"/>
          </a:xfrm>
          <a:prstGeom prst="rect">
            <a:avLst/>
          </a:prstGeom>
        </p:spPr>
      </p:pic>
      <p:sp>
        <p:nvSpPr>
          <p:cNvPr id="76" name="CuadroTexto 75">
            <a:extLst>
              <a:ext uri="{FF2B5EF4-FFF2-40B4-BE49-F238E27FC236}">
                <a16:creationId xmlns:a16="http://schemas.microsoft.com/office/drawing/2014/main" id="{8F67784D-B4F0-4095-7E7D-F136DDBB7959}"/>
              </a:ext>
            </a:extLst>
          </p:cNvPr>
          <p:cNvSpPr txBox="1"/>
          <p:nvPr/>
        </p:nvSpPr>
        <p:spPr>
          <a:xfrm>
            <a:off x="2964035" y="3917448"/>
            <a:ext cx="89605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050" dirty="0">
                <a:latin typeface="Arial" panose="020B0604020202020204" pitchFamily="34" charset="0"/>
                <a:cs typeface="Arial" panose="020B0604020202020204" pitchFamily="34" charset="0"/>
              </a:rPr>
              <a:t>45</a:t>
            </a:r>
            <a:r>
              <a:rPr lang="es-MX" sz="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1100" dirty="0">
                <a:latin typeface="Arial" panose="020B0604020202020204" pitchFamily="34" charset="0"/>
                <a:cs typeface="Arial" panose="020B0604020202020204" pitchFamily="34" charset="0"/>
              </a:rPr>
              <a:t>min</a:t>
            </a:r>
          </a:p>
        </p:txBody>
      </p:sp>
      <p:pic>
        <p:nvPicPr>
          <p:cNvPr id="78" name="Gráfico 77" descr="Cerrar">
            <a:extLst>
              <a:ext uri="{FF2B5EF4-FFF2-40B4-BE49-F238E27FC236}">
                <a16:creationId xmlns:a16="http://schemas.microsoft.com/office/drawing/2014/main" id="{68FA1532-03D0-0B09-4F60-1C3647328E3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008782" y="2176290"/>
            <a:ext cx="252000" cy="252000"/>
          </a:xfrm>
          <a:prstGeom prst="rect">
            <a:avLst/>
          </a:prstGeom>
        </p:spPr>
      </p:pic>
      <p:sp>
        <p:nvSpPr>
          <p:cNvPr id="145" name="Rectángulo: esquinas redondeadas 144">
            <a:extLst>
              <a:ext uri="{FF2B5EF4-FFF2-40B4-BE49-F238E27FC236}">
                <a16:creationId xmlns:a16="http://schemas.microsoft.com/office/drawing/2014/main" id="{07F7FF5C-DD46-BBEC-FC5C-DFD6D1958408}"/>
              </a:ext>
            </a:extLst>
          </p:cNvPr>
          <p:cNvSpPr/>
          <p:nvPr/>
        </p:nvSpPr>
        <p:spPr>
          <a:xfrm>
            <a:off x="9975375" y="1967683"/>
            <a:ext cx="1904760" cy="2451917"/>
          </a:xfrm>
          <a:prstGeom prst="roundRect">
            <a:avLst/>
          </a:prstGeom>
          <a:solidFill>
            <a:schemeClr val="bg1"/>
          </a:solidFill>
          <a:ln>
            <a:solidFill>
              <a:srgbClr val="BFBFB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146" name="CuadroTexto 145">
            <a:extLst>
              <a:ext uri="{FF2B5EF4-FFF2-40B4-BE49-F238E27FC236}">
                <a16:creationId xmlns:a16="http://schemas.microsoft.com/office/drawing/2014/main" id="{6ED6DF17-1496-E036-53E7-D0B1CB75A588}"/>
              </a:ext>
            </a:extLst>
          </p:cNvPr>
          <p:cNvSpPr txBox="1"/>
          <p:nvPr/>
        </p:nvSpPr>
        <p:spPr>
          <a:xfrm>
            <a:off x="10143135" y="2133013"/>
            <a:ext cx="8960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600" dirty="0">
                <a:latin typeface="Arial Rounded MT Bold" panose="020F0704030504030204" pitchFamily="34" charset="0"/>
              </a:rPr>
              <a:t>Mesa 4</a:t>
            </a:r>
            <a:endParaRPr lang="es-CO" sz="1600" dirty="0">
              <a:latin typeface="Arial Rounded MT Bold" panose="020F0704030504030204" pitchFamily="34" charset="0"/>
            </a:endParaRPr>
          </a:p>
        </p:txBody>
      </p:sp>
      <p:sp>
        <p:nvSpPr>
          <p:cNvPr id="147" name="CuadroTexto 146">
            <a:extLst>
              <a:ext uri="{FF2B5EF4-FFF2-40B4-BE49-F238E27FC236}">
                <a16:creationId xmlns:a16="http://schemas.microsoft.com/office/drawing/2014/main" id="{1511DE1C-CDEC-BC3D-C126-3E1A5FA2546A}"/>
              </a:ext>
            </a:extLst>
          </p:cNvPr>
          <p:cNvSpPr txBox="1"/>
          <p:nvPr/>
        </p:nvSpPr>
        <p:spPr>
          <a:xfrm>
            <a:off x="10143135" y="2687712"/>
            <a:ext cx="89605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Clientes</a:t>
            </a:r>
          </a:p>
        </p:txBody>
      </p:sp>
      <p:sp>
        <p:nvSpPr>
          <p:cNvPr id="148" name="CuadroTexto 147">
            <a:extLst>
              <a:ext uri="{FF2B5EF4-FFF2-40B4-BE49-F238E27FC236}">
                <a16:creationId xmlns:a16="http://schemas.microsoft.com/office/drawing/2014/main" id="{64BCB738-5E69-AAAD-1F7C-0ABD8F527472}"/>
              </a:ext>
            </a:extLst>
          </p:cNvPr>
          <p:cNvSpPr txBox="1"/>
          <p:nvPr/>
        </p:nvSpPr>
        <p:spPr>
          <a:xfrm>
            <a:off x="10220117" y="2959470"/>
            <a:ext cx="89605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</p:txBody>
      </p:sp>
      <p:sp>
        <p:nvSpPr>
          <p:cNvPr id="149" name="CuadroTexto 148">
            <a:extLst>
              <a:ext uri="{FF2B5EF4-FFF2-40B4-BE49-F238E27FC236}">
                <a16:creationId xmlns:a16="http://schemas.microsoft.com/office/drawing/2014/main" id="{F80FA044-B25A-C668-EF8A-E2ED2CE81A9B}"/>
              </a:ext>
            </a:extLst>
          </p:cNvPr>
          <p:cNvSpPr txBox="1"/>
          <p:nvPr/>
        </p:nvSpPr>
        <p:spPr>
          <a:xfrm>
            <a:off x="10143135" y="3247675"/>
            <a:ext cx="89605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Total</a:t>
            </a:r>
          </a:p>
        </p:txBody>
      </p:sp>
      <p:sp>
        <p:nvSpPr>
          <p:cNvPr id="150" name="CuadroTexto 149">
            <a:extLst>
              <a:ext uri="{FF2B5EF4-FFF2-40B4-BE49-F238E27FC236}">
                <a16:creationId xmlns:a16="http://schemas.microsoft.com/office/drawing/2014/main" id="{6A2F6D42-6F03-0918-0A22-4C16A18D5DD2}"/>
              </a:ext>
            </a:extLst>
          </p:cNvPr>
          <p:cNvSpPr txBox="1"/>
          <p:nvPr/>
        </p:nvSpPr>
        <p:spPr>
          <a:xfrm>
            <a:off x="10220117" y="3519433"/>
            <a:ext cx="89605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b="1" dirty="0">
                <a:solidFill>
                  <a:srgbClr val="92D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$0,00</a:t>
            </a:r>
          </a:p>
        </p:txBody>
      </p:sp>
      <p:cxnSp>
        <p:nvCxnSpPr>
          <p:cNvPr id="151" name="Conector recto 150">
            <a:extLst>
              <a:ext uri="{FF2B5EF4-FFF2-40B4-BE49-F238E27FC236}">
                <a16:creationId xmlns:a16="http://schemas.microsoft.com/office/drawing/2014/main" id="{C2931A96-4F07-5E9C-663C-2AB2A8125B48}"/>
              </a:ext>
            </a:extLst>
          </p:cNvPr>
          <p:cNvCxnSpPr>
            <a:cxnSpLocks/>
          </p:cNvCxnSpPr>
          <p:nvPr/>
        </p:nvCxnSpPr>
        <p:spPr>
          <a:xfrm>
            <a:off x="10143135" y="2554494"/>
            <a:ext cx="1559200" cy="0"/>
          </a:xfrm>
          <a:prstGeom prst="line">
            <a:avLst/>
          </a:prstGeom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2" name="Gráfico 151" descr="Reloj de arena">
            <a:extLst>
              <a:ext uri="{FF2B5EF4-FFF2-40B4-BE49-F238E27FC236}">
                <a16:creationId xmlns:a16="http://schemas.microsoft.com/office/drawing/2014/main" id="{BEC6081D-E73B-83F4-5599-183CA32DEBA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47170" y="3927058"/>
            <a:ext cx="252000" cy="252000"/>
          </a:xfrm>
          <a:prstGeom prst="rect">
            <a:avLst/>
          </a:prstGeom>
        </p:spPr>
      </p:pic>
      <p:sp>
        <p:nvSpPr>
          <p:cNvPr id="153" name="CuadroTexto 152">
            <a:extLst>
              <a:ext uri="{FF2B5EF4-FFF2-40B4-BE49-F238E27FC236}">
                <a16:creationId xmlns:a16="http://schemas.microsoft.com/office/drawing/2014/main" id="{9F330FC9-3841-B0AA-CC0F-B1A59A851342}"/>
              </a:ext>
            </a:extLst>
          </p:cNvPr>
          <p:cNvSpPr txBox="1"/>
          <p:nvPr/>
        </p:nvSpPr>
        <p:spPr>
          <a:xfrm>
            <a:off x="10399170" y="3917448"/>
            <a:ext cx="89605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050" dirty="0">
                <a:latin typeface="Arial" panose="020B0604020202020204" pitchFamily="34" charset="0"/>
                <a:cs typeface="Arial" panose="020B0604020202020204" pitchFamily="34" charset="0"/>
              </a:rPr>
              <a:t>30 min</a:t>
            </a:r>
            <a:endParaRPr lang="es-MX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54" name="Gráfico 153" descr="Cerrar">
            <a:extLst>
              <a:ext uri="{FF2B5EF4-FFF2-40B4-BE49-F238E27FC236}">
                <a16:creationId xmlns:a16="http://schemas.microsoft.com/office/drawing/2014/main" id="{7A592909-490C-512E-EC2B-7CB2BCCD74E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443917" y="2176290"/>
            <a:ext cx="252000" cy="252000"/>
          </a:xfrm>
          <a:prstGeom prst="rect">
            <a:avLst/>
          </a:prstGeom>
        </p:spPr>
      </p:pic>
      <p:sp>
        <p:nvSpPr>
          <p:cNvPr id="184" name="Rectángulo: esquinas redondeadas 183">
            <a:extLst>
              <a:ext uri="{FF2B5EF4-FFF2-40B4-BE49-F238E27FC236}">
                <a16:creationId xmlns:a16="http://schemas.microsoft.com/office/drawing/2014/main" id="{320CF6E1-FAC4-9426-E3E8-8550BB923303}"/>
              </a:ext>
            </a:extLst>
          </p:cNvPr>
          <p:cNvSpPr/>
          <p:nvPr/>
        </p:nvSpPr>
        <p:spPr>
          <a:xfrm>
            <a:off x="5032153" y="1961421"/>
            <a:ext cx="1904760" cy="2451917"/>
          </a:xfrm>
          <a:prstGeom prst="roundRect">
            <a:avLst/>
          </a:prstGeom>
          <a:solidFill>
            <a:schemeClr val="bg1"/>
          </a:solidFill>
          <a:ln>
            <a:solidFill>
              <a:srgbClr val="BFBFB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185" name="CuadroTexto 184">
            <a:extLst>
              <a:ext uri="{FF2B5EF4-FFF2-40B4-BE49-F238E27FC236}">
                <a16:creationId xmlns:a16="http://schemas.microsoft.com/office/drawing/2014/main" id="{FBC583F2-28C7-3005-99DE-AB443B59BFE8}"/>
              </a:ext>
            </a:extLst>
          </p:cNvPr>
          <p:cNvSpPr txBox="1"/>
          <p:nvPr/>
        </p:nvSpPr>
        <p:spPr>
          <a:xfrm>
            <a:off x="5199913" y="2126751"/>
            <a:ext cx="8960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600" dirty="0">
                <a:latin typeface="Arial Rounded MT Bold" panose="020F0704030504030204" pitchFamily="34" charset="0"/>
              </a:rPr>
              <a:t>Mesa 2</a:t>
            </a:r>
            <a:endParaRPr lang="es-CO" sz="1600" dirty="0">
              <a:latin typeface="Arial Rounded MT Bold" panose="020F0704030504030204" pitchFamily="34" charset="0"/>
            </a:endParaRPr>
          </a:p>
        </p:txBody>
      </p:sp>
      <p:cxnSp>
        <p:nvCxnSpPr>
          <p:cNvPr id="190" name="Conector recto 189">
            <a:extLst>
              <a:ext uri="{FF2B5EF4-FFF2-40B4-BE49-F238E27FC236}">
                <a16:creationId xmlns:a16="http://schemas.microsoft.com/office/drawing/2014/main" id="{4FD3CAD8-ABE1-1A97-C95C-996F9519CD2C}"/>
              </a:ext>
            </a:extLst>
          </p:cNvPr>
          <p:cNvCxnSpPr>
            <a:cxnSpLocks/>
          </p:cNvCxnSpPr>
          <p:nvPr/>
        </p:nvCxnSpPr>
        <p:spPr>
          <a:xfrm>
            <a:off x="5199913" y="2548232"/>
            <a:ext cx="1559200" cy="0"/>
          </a:xfrm>
          <a:prstGeom prst="line">
            <a:avLst/>
          </a:prstGeom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4" name="Rectángulo: esquinas redondeadas 193">
            <a:extLst>
              <a:ext uri="{FF2B5EF4-FFF2-40B4-BE49-F238E27FC236}">
                <a16:creationId xmlns:a16="http://schemas.microsoft.com/office/drawing/2014/main" id="{7FAE1171-B33C-81DA-F6B8-FA32C7E4B854}"/>
              </a:ext>
            </a:extLst>
          </p:cNvPr>
          <p:cNvSpPr/>
          <p:nvPr/>
        </p:nvSpPr>
        <p:spPr>
          <a:xfrm>
            <a:off x="7551395" y="1961421"/>
            <a:ext cx="1904760" cy="2451917"/>
          </a:xfrm>
          <a:prstGeom prst="roundRect">
            <a:avLst/>
          </a:prstGeom>
          <a:solidFill>
            <a:schemeClr val="bg1"/>
          </a:solidFill>
          <a:ln>
            <a:solidFill>
              <a:srgbClr val="BFBFB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195" name="CuadroTexto 194">
            <a:extLst>
              <a:ext uri="{FF2B5EF4-FFF2-40B4-BE49-F238E27FC236}">
                <a16:creationId xmlns:a16="http://schemas.microsoft.com/office/drawing/2014/main" id="{B70918FE-6E75-E6E6-7335-75CDB2573D86}"/>
              </a:ext>
            </a:extLst>
          </p:cNvPr>
          <p:cNvSpPr txBox="1"/>
          <p:nvPr/>
        </p:nvSpPr>
        <p:spPr>
          <a:xfrm>
            <a:off x="7719155" y="2126751"/>
            <a:ext cx="8960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600" dirty="0">
                <a:latin typeface="Arial Rounded MT Bold" panose="020F0704030504030204" pitchFamily="34" charset="0"/>
              </a:rPr>
              <a:t>Mesa 3</a:t>
            </a:r>
            <a:endParaRPr lang="es-CO" sz="1600" dirty="0">
              <a:latin typeface="Arial Rounded MT Bold" panose="020F0704030504030204" pitchFamily="34" charset="0"/>
            </a:endParaRPr>
          </a:p>
        </p:txBody>
      </p:sp>
      <p:sp>
        <p:nvSpPr>
          <p:cNvPr id="196" name="CuadroTexto 195">
            <a:extLst>
              <a:ext uri="{FF2B5EF4-FFF2-40B4-BE49-F238E27FC236}">
                <a16:creationId xmlns:a16="http://schemas.microsoft.com/office/drawing/2014/main" id="{6750651F-1B3D-6B00-81FD-0630F5C9D147}"/>
              </a:ext>
            </a:extLst>
          </p:cNvPr>
          <p:cNvSpPr txBox="1"/>
          <p:nvPr/>
        </p:nvSpPr>
        <p:spPr>
          <a:xfrm>
            <a:off x="7719155" y="2681450"/>
            <a:ext cx="89605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Clientes</a:t>
            </a:r>
          </a:p>
        </p:txBody>
      </p:sp>
      <p:sp>
        <p:nvSpPr>
          <p:cNvPr id="197" name="CuadroTexto 196">
            <a:extLst>
              <a:ext uri="{FF2B5EF4-FFF2-40B4-BE49-F238E27FC236}">
                <a16:creationId xmlns:a16="http://schemas.microsoft.com/office/drawing/2014/main" id="{5D851E61-3422-27B3-5DCA-3A89A95265A1}"/>
              </a:ext>
            </a:extLst>
          </p:cNvPr>
          <p:cNvSpPr txBox="1"/>
          <p:nvPr/>
        </p:nvSpPr>
        <p:spPr>
          <a:xfrm>
            <a:off x="7796137" y="2953208"/>
            <a:ext cx="89605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198" name="CuadroTexto 197">
            <a:extLst>
              <a:ext uri="{FF2B5EF4-FFF2-40B4-BE49-F238E27FC236}">
                <a16:creationId xmlns:a16="http://schemas.microsoft.com/office/drawing/2014/main" id="{C36DF184-7136-7853-CE44-0F224BB82FF7}"/>
              </a:ext>
            </a:extLst>
          </p:cNvPr>
          <p:cNvSpPr txBox="1"/>
          <p:nvPr/>
        </p:nvSpPr>
        <p:spPr>
          <a:xfrm>
            <a:off x="7719155" y="3241413"/>
            <a:ext cx="89605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Total</a:t>
            </a:r>
          </a:p>
        </p:txBody>
      </p:sp>
      <p:sp>
        <p:nvSpPr>
          <p:cNvPr id="199" name="CuadroTexto 198">
            <a:extLst>
              <a:ext uri="{FF2B5EF4-FFF2-40B4-BE49-F238E27FC236}">
                <a16:creationId xmlns:a16="http://schemas.microsoft.com/office/drawing/2014/main" id="{C8838623-D7B9-94BF-814E-79F96458CA91}"/>
              </a:ext>
            </a:extLst>
          </p:cNvPr>
          <p:cNvSpPr txBox="1"/>
          <p:nvPr/>
        </p:nvSpPr>
        <p:spPr>
          <a:xfrm>
            <a:off x="7796137" y="3513171"/>
            <a:ext cx="89605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b="1" dirty="0">
                <a:solidFill>
                  <a:srgbClr val="92D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$0,00</a:t>
            </a:r>
          </a:p>
        </p:txBody>
      </p:sp>
      <p:cxnSp>
        <p:nvCxnSpPr>
          <p:cNvPr id="200" name="Conector recto 199">
            <a:extLst>
              <a:ext uri="{FF2B5EF4-FFF2-40B4-BE49-F238E27FC236}">
                <a16:creationId xmlns:a16="http://schemas.microsoft.com/office/drawing/2014/main" id="{5E251D9F-B5FC-A426-084A-98EFFFD658E7}"/>
              </a:ext>
            </a:extLst>
          </p:cNvPr>
          <p:cNvCxnSpPr>
            <a:cxnSpLocks/>
          </p:cNvCxnSpPr>
          <p:nvPr/>
        </p:nvCxnSpPr>
        <p:spPr>
          <a:xfrm>
            <a:off x="7719155" y="2548232"/>
            <a:ext cx="1559200" cy="0"/>
          </a:xfrm>
          <a:prstGeom prst="line">
            <a:avLst/>
          </a:prstGeom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1" name="Gráfico 200" descr="Reloj de arena">
            <a:extLst>
              <a:ext uri="{FF2B5EF4-FFF2-40B4-BE49-F238E27FC236}">
                <a16:creationId xmlns:a16="http://schemas.microsoft.com/office/drawing/2014/main" id="{0BAA93A5-220D-A50E-EE95-5BD694172FE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723190" y="3920796"/>
            <a:ext cx="252000" cy="252000"/>
          </a:xfrm>
          <a:prstGeom prst="rect">
            <a:avLst/>
          </a:prstGeom>
        </p:spPr>
      </p:pic>
      <p:sp>
        <p:nvSpPr>
          <p:cNvPr id="202" name="CuadroTexto 201">
            <a:extLst>
              <a:ext uri="{FF2B5EF4-FFF2-40B4-BE49-F238E27FC236}">
                <a16:creationId xmlns:a16="http://schemas.microsoft.com/office/drawing/2014/main" id="{E4BE4FCF-24EE-05AE-DF90-05B328FA677B}"/>
              </a:ext>
            </a:extLst>
          </p:cNvPr>
          <p:cNvSpPr txBox="1"/>
          <p:nvPr/>
        </p:nvSpPr>
        <p:spPr>
          <a:xfrm>
            <a:off x="7975190" y="3911186"/>
            <a:ext cx="89605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>
                <a:latin typeface="Arial" panose="020B0604020202020204" pitchFamily="34" charset="0"/>
                <a:cs typeface="Arial" panose="020B0604020202020204" pitchFamily="34" charset="0"/>
              </a:rPr>
              <a:t>1h 20min</a:t>
            </a:r>
          </a:p>
        </p:txBody>
      </p:sp>
      <p:pic>
        <p:nvPicPr>
          <p:cNvPr id="203" name="Gráfico 202" descr="Cerrar">
            <a:extLst>
              <a:ext uri="{FF2B5EF4-FFF2-40B4-BE49-F238E27FC236}">
                <a16:creationId xmlns:a16="http://schemas.microsoft.com/office/drawing/2014/main" id="{4E2A947B-7FC0-A54D-E4A1-0F56D74A7A4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019937" y="2170028"/>
            <a:ext cx="252000" cy="252000"/>
          </a:xfrm>
          <a:prstGeom prst="rect">
            <a:avLst/>
          </a:prstGeom>
        </p:spPr>
      </p:pic>
      <p:sp>
        <p:nvSpPr>
          <p:cNvPr id="214" name="Rectángulo: esquinas redondeadas 213">
            <a:extLst>
              <a:ext uri="{FF2B5EF4-FFF2-40B4-BE49-F238E27FC236}">
                <a16:creationId xmlns:a16="http://schemas.microsoft.com/office/drawing/2014/main" id="{DAC46410-BEDE-9F06-B4B1-7E034A23D362}"/>
              </a:ext>
            </a:extLst>
          </p:cNvPr>
          <p:cNvSpPr/>
          <p:nvPr/>
        </p:nvSpPr>
        <p:spPr>
          <a:xfrm>
            <a:off x="9975375" y="4628207"/>
            <a:ext cx="1904760" cy="2451917"/>
          </a:xfrm>
          <a:prstGeom prst="roundRect">
            <a:avLst/>
          </a:prstGeom>
          <a:solidFill>
            <a:schemeClr val="bg1"/>
          </a:solidFill>
          <a:ln>
            <a:solidFill>
              <a:srgbClr val="BFBFB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215" name="CuadroTexto 214">
            <a:extLst>
              <a:ext uri="{FF2B5EF4-FFF2-40B4-BE49-F238E27FC236}">
                <a16:creationId xmlns:a16="http://schemas.microsoft.com/office/drawing/2014/main" id="{CD0BCDF4-CEBB-7086-62CA-59506252D629}"/>
              </a:ext>
            </a:extLst>
          </p:cNvPr>
          <p:cNvSpPr txBox="1"/>
          <p:nvPr/>
        </p:nvSpPr>
        <p:spPr>
          <a:xfrm>
            <a:off x="10143135" y="4793537"/>
            <a:ext cx="8960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600" dirty="0">
                <a:latin typeface="Arial Rounded MT Bold" panose="020F0704030504030204" pitchFamily="34" charset="0"/>
              </a:rPr>
              <a:t>Mesa 8</a:t>
            </a:r>
            <a:endParaRPr lang="es-CO" sz="1600" dirty="0">
              <a:latin typeface="Arial Rounded MT Bold" panose="020F0704030504030204" pitchFamily="34" charset="0"/>
            </a:endParaRPr>
          </a:p>
        </p:txBody>
      </p:sp>
      <p:sp>
        <p:nvSpPr>
          <p:cNvPr id="216" name="CuadroTexto 215">
            <a:extLst>
              <a:ext uri="{FF2B5EF4-FFF2-40B4-BE49-F238E27FC236}">
                <a16:creationId xmlns:a16="http://schemas.microsoft.com/office/drawing/2014/main" id="{37E5427F-182A-268B-32EB-8040E740EC10}"/>
              </a:ext>
            </a:extLst>
          </p:cNvPr>
          <p:cNvSpPr txBox="1"/>
          <p:nvPr/>
        </p:nvSpPr>
        <p:spPr>
          <a:xfrm>
            <a:off x="10143135" y="5348236"/>
            <a:ext cx="89605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Clientes</a:t>
            </a:r>
          </a:p>
        </p:txBody>
      </p:sp>
      <p:sp>
        <p:nvSpPr>
          <p:cNvPr id="217" name="CuadroTexto 216">
            <a:extLst>
              <a:ext uri="{FF2B5EF4-FFF2-40B4-BE49-F238E27FC236}">
                <a16:creationId xmlns:a16="http://schemas.microsoft.com/office/drawing/2014/main" id="{1F602431-0541-B79B-F927-8872733C13EA}"/>
              </a:ext>
            </a:extLst>
          </p:cNvPr>
          <p:cNvSpPr txBox="1"/>
          <p:nvPr/>
        </p:nvSpPr>
        <p:spPr>
          <a:xfrm>
            <a:off x="10220117" y="5619994"/>
            <a:ext cx="89605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218" name="CuadroTexto 217">
            <a:extLst>
              <a:ext uri="{FF2B5EF4-FFF2-40B4-BE49-F238E27FC236}">
                <a16:creationId xmlns:a16="http://schemas.microsoft.com/office/drawing/2014/main" id="{92896A58-AA02-9D9E-1A00-A864991656C9}"/>
              </a:ext>
            </a:extLst>
          </p:cNvPr>
          <p:cNvSpPr txBox="1"/>
          <p:nvPr/>
        </p:nvSpPr>
        <p:spPr>
          <a:xfrm>
            <a:off x="10143135" y="5908199"/>
            <a:ext cx="89605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Total</a:t>
            </a:r>
          </a:p>
        </p:txBody>
      </p:sp>
      <p:sp>
        <p:nvSpPr>
          <p:cNvPr id="219" name="CuadroTexto 218">
            <a:extLst>
              <a:ext uri="{FF2B5EF4-FFF2-40B4-BE49-F238E27FC236}">
                <a16:creationId xmlns:a16="http://schemas.microsoft.com/office/drawing/2014/main" id="{B5E314A9-4866-F23D-4C80-B83F810CA21D}"/>
              </a:ext>
            </a:extLst>
          </p:cNvPr>
          <p:cNvSpPr txBox="1"/>
          <p:nvPr/>
        </p:nvSpPr>
        <p:spPr>
          <a:xfrm>
            <a:off x="10220117" y="6179957"/>
            <a:ext cx="89605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b="1" dirty="0">
                <a:solidFill>
                  <a:srgbClr val="92D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$0,00</a:t>
            </a:r>
          </a:p>
        </p:txBody>
      </p:sp>
      <p:cxnSp>
        <p:nvCxnSpPr>
          <p:cNvPr id="220" name="Conector recto 219">
            <a:extLst>
              <a:ext uri="{FF2B5EF4-FFF2-40B4-BE49-F238E27FC236}">
                <a16:creationId xmlns:a16="http://schemas.microsoft.com/office/drawing/2014/main" id="{224E5711-15AA-F469-D014-330F859B33E0}"/>
              </a:ext>
            </a:extLst>
          </p:cNvPr>
          <p:cNvCxnSpPr>
            <a:cxnSpLocks/>
          </p:cNvCxnSpPr>
          <p:nvPr/>
        </p:nvCxnSpPr>
        <p:spPr>
          <a:xfrm>
            <a:off x="10143135" y="5215018"/>
            <a:ext cx="1559200" cy="0"/>
          </a:xfrm>
          <a:prstGeom prst="line">
            <a:avLst/>
          </a:prstGeom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1" name="Gráfico 220" descr="Reloj de arena">
            <a:extLst>
              <a:ext uri="{FF2B5EF4-FFF2-40B4-BE49-F238E27FC236}">
                <a16:creationId xmlns:a16="http://schemas.microsoft.com/office/drawing/2014/main" id="{5F000AB7-8FB5-4B50-3121-29A0F14376E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47170" y="6587582"/>
            <a:ext cx="252000" cy="252000"/>
          </a:xfrm>
          <a:prstGeom prst="rect">
            <a:avLst/>
          </a:prstGeom>
        </p:spPr>
      </p:pic>
      <p:sp>
        <p:nvSpPr>
          <p:cNvPr id="222" name="CuadroTexto 221">
            <a:extLst>
              <a:ext uri="{FF2B5EF4-FFF2-40B4-BE49-F238E27FC236}">
                <a16:creationId xmlns:a16="http://schemas.microsoft.com/office/drawing/2014/main" id="{F8FBCECA-5AAF-5E15-616C-8C37A901A754}"/>
              </a:ext>
            </a:extLst>
          </p:cNvPr>
          <p:cNvSpPr txBox="1"/>
          <p:nvPr/>
        </p:nvSpPr>
        <p:spPr>
          <a:xfrm>
            <a:off x="10399170" y="6577972"/>
            <a:ext cx="89605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050" dirty="0">
                <a:latin typeface="Arial" panose="020B0604020202020204" pitchFamily="34" charset="0"/>
                <a:cs typeface="Arial" panose="020B0604020202020204" pitchFamily="34" charset="0"/>
              </a:rPr>
              <a:t>1h</a:t>
            </a:r>
            <a:r>
              <a:rPr lang="es-MX" sz="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1100">
                <a:latin typeface="Arial" panose="020B0604020202020204" pitchFamily="34" charset="0"/>
                <a:cs typeface="Arial" panose="020B0604020202020204" pitchFamily="34" charset="0"/>
              </a:rPr>
              <a:t>0 min</a:t>
            </a:r>
            <a:endParaRPr lang="es-MX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23" name="Gráfico 222" descr="Cerrar">
            <a:extLst>
              <a:ext uri="{FF2B5EF4-FFF2-40B4-BE49-F238E27FC236}">
                <a16:creationId xmlns:a16="http://schemas.microsoft.com/office/drawing/2014/main" id="{87464EB9-E2EE-BB5D-84FD-6F377E4AFDB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443917" y="4836814"/>
            <a:ext cx="252000" cy="252000"/>
          </a:xfrm>
          <a:prstGeom prst="rect">
            <a:avLst/>
          </a:prstGeom>
        </p:spPr>
      </p:pic>
      <p:sp>
        <p:nvSpPr>
          <p:cNvPr id="224" name="Rectángulo: esquinas redondeadas 223">
            <a:extLst>
              <a:ext uri="{FF2B5EF4-FFF2-40B4-BE49-F238E27FC236}">
                <a16:creationId xmlns:a16="http://schemas.microsoft.com/office/drawing/2014/main" id="{37C9CCEF-D1A4-F1A9-66AE-7D94711AFF9C}"/>
              </a:ext>
            </a:extLst>
          </p:cNvPr>
          <p:cNvSpPr/>
          <p:nvPr/>
        </p:nvSpPr>
        <p:spPr>
          <a:xfrm>
            <a:off x="5032153" y="4621945"/>
            <a:ext cx="1904760" cy="2451917"/>
          </a:xfrm>
          <a:prstGeom prst="roundRect">
            <a:avLst/>
          </a:prstGeom>
          <a:solidFill>
            <a:schemeClr val="bg1"/>
          </a:solidFill>
          <a:ln>
            <a:solidFill>
              <a:srgbClr val="BFBFB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225" name="CuadroTexto 224">
            <a:extLst>
              <a:ext uri="{FF2B5EF4-FFF2-40B4-BE49-F238E27FC236}">
                <a16:creationId xmlns:a16="http://schemas.microsoft.com/office/drawing/2014/main" id="{FF44F7B2-549F-0182-BF8C-820B0F86F05B}"/>
              </a:ext>
            </a:extLst>
          </p:cNvPr>
          <p:cNvSpPr txBox="1"/>
          <p:nvPr/>
        </p:nvSpPr>
        <p:spPr>
          <a:xfrm>
            <a:off x="5199913" y="4787275"/>
            <a:ext cx="8960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600" dirty="0">
                <a:latin typeface="Arial Rounded MT Bold" panose="020F0704030504030204" pitchFamily="34" charset="0"/>
              </a:rPr>
              <a:t>Mesa 6</a:t>
            </a:r>
            <a:endParaRPr lang="es-CO" sz="1600" dirty="0">
              <a:latin typeface="Arial Rounded MT Bold" panose="020F0704030504030204" pitchFamily="34" charset="0"/>
            </a:endParaRPr>
          </a:p>
        </p:txBody>
      </p:sp>
      <p:sp>
        <p:nvSpPr>
          <p:cNvPr id="226" name="CuadroTexto 225">
            <a:extLst>
              <a:ext uri="{FF2B5EF4-FFF2-40B4-BE49-F238E27FC236}">
                <a16:creationId xmlns:a16="http://schemas.microsoft.com/office/drawing/2014/main" id="{F243CBD8-7612-D740-1B5D-9AB25CCA4FC4}"/>
              </a:ext>
            </a:extLst>
          </p:cNvPr>
          <p:cNvSpPr txBox="1"/>
          <p:nvPr/>
        </p:nvSpPr>
        <p:spPr>
          <a:xfrm>
            <a:off x="5199913" y="5341974"/>
            <a:ext cx="89605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Clientes</a:t>
            </a:r>
          </a:p>
        </p:txBody>
      </p:sp>
      <p:sp>
        <p:nvSpPr>
          <p:cNvPr id="227" name="CuadroTexto 226">
            <a:extLst>
              <a:ext uri="{FF2B5EF4-FFF2-40B4-BE49-F238E27FC236}">
                <a16:creationId xmlns:a16="http://schemas.microsoft.com/office/drawing/2014/main" id="{6FC94B3E-ECE5-962C-C74A-DAC6AF73BAC6}"/>
              </a:ext>
            </a:extLst>
          </p:cNvPr>
          <p:cNvSpPr txBox="1"/>
          <p:nvPr/>
        </p:nvSpPr>
        <p:spPr>
          <a:xfrm>
            <a:off x="5276895" y="5613732"/>
            <a:ext cx="89605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228" name="CuadroTexto 227">
            <a:extLst>
              <a:ext uri="{FF2B5EF4-FFF2-40B4-BE49-F238E27FC236}">
                <a16:creationId xmlns:a16="http://schemas.microsoft.com/office/drawing/2014/main" id="{D9FADE71-ED54-1025-1FE9-3DFC938947A2}"/>
              </a:ext>
            </a:extLst>
          </p:cNvPr>
          <p:cNvSpPr txBox="1"/>
          <p:nvPr/>
        </p:nvSpPr>
        <p:spPr>
          <a:xfrm>
            <a:off x="5199913" y="5901937"/>
            <a:ext cx="89605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Total</a:t>
            </a:r>
          </a:p>
        </p:txBody>
      </p:sp>
      <p:sp>
        <p:nvSpPr>
          <p:cNvPr id="229" name="CuadroTexto 228">
            <a:extLst>
              <a:ext uri="{FF2B5EF4-FFF2-40B4-BE49-F238E27FC236}">
                <a16:creationId xmlns:a16="http://schemas.microsoft.com/office/drawing/2014/main" id="{45A91F5D-2981-08FF-69CC-BACE16CF884A}"/>
              </a:ext>
            </a:extLst>
          </p:cNvPr>
          <p:cNvSpPr txBox="1"/>
          <p:nvPr/>
        </p:nvSpPr>
        <p:spPr>
          <a:xfrm>
            <a:off x="5276895" y="6173695"/>
            <a:ext cx="89605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b="1" dirty="0">
                <a:solidFill>
                  <a:srgbClr val="92D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$0,00</a:t>
            </a:r>
          </a:p>
        </p:txBody>
      </p:sp>
      <p:cxnSp>
        <p:nvCxnSpPr>
          <p:cNvPr id="230" name="Conector recto 229">
            <a:extLst>
              <a:ext uri="{FF2B5EF4-FFF2-40B4-BE49-F238E27FC236}">
                <a16:creationId xmlns:a16="http://schemas.microsoft.com/office/drawing/2014/main" id="{B52999D0-866D-470D-D3A4-F9F4CDBADDA3}"/>
              </a:ext>
            </a:extLst>
          </p:cNvPr>
          <p:cNvCxnSpPr>
            <a:cxnSpLocks/>
          </p:cNvCxnSpPr>
          <p:nvPr/>
        </p:nvCxnSpPr>
        <p:spPr>
          <a:xfrm>
            <a:off x="5199913" y="5208756"/>
            <a:ext cx="1559200" cy="0"/>
          </a:xfrm>
          <a:prstGeom prst="line">
            <a:avLst/>
          </a:prstGeom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1" name="Gráfico 230" descr="Reloj de arena">
            <a:extLst>
              <a:ext uri="{FF2B5EF4-FFF2-40B4-BE49-F238E27FC236}">
                <a16:creationId xmlns:a16="http://schemas.microsoft.com/office/drawing/2014/main" id="{68E7A49E-47D7-5F01-19E4-8F379DF11BD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03948" y="6581320"/>
            <a:ext cx="252000" cy="252000"/>
          </a:xfrm>
          <a:prstGeom prst="rect">
            <a:avLst/>
          </a:prstGeom>
        </p:spPr>
      </p:pic>
      <p:sp>
        <p:nvSpPr>
          <p:cNvPr id="232" name="CuadroTexto 231">
            <a:extLst>
              <a:ext uri="{FF2B5EF4-FFF2-40B4-BE49-F238E27FC236}">
                <a16:creationId xmlns:a16="http://schemas.microsoft.com/office/drawing/2014/main" id="{44F7A612-8D6C-D1DE-E8E9-43DA94ED1BAC}"/>
              </a:ext>
            </a:extLst>
          </p:cNvPr>
          <p:cNvSpPr txBox="1"/>
          <p:nvPr/>
        </p:nvSpPr>
        <p:spPr>
          <a:xfrm>
            <a:off x="5455948" y="6571710"/>
            <a:ext cx="89605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>
                <a:latin typeface="Arial" panose="020B0604020202020204" pitchFamily="34" charset="0"/>
                <a:cs typeface="Arial" panose="020B0604020202020204" pitchFamily="34" charset="0"/>
              </a:rPr>
              <a:t>15</a:t>
            </a:r>
            <a:r>
              <a:rPr lang="es-MX" sz="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1100" dirty="0">
                <a:latin typeface="Arial" panose="020B0604020202020204" pitchFamily="34" charset="0"/>
                <a:cs typeface="Arial" panose="020B0604020202020204" pitchFamily="34" charset="0"/>
              </a:rPr>
              <a:t>min</a:t>
            </a:r>
          </a:p>
        </p:txBody>
      </p:sp>
      <p:pic>
        <p:nvPicPr>
          <p:cNvPr id="233" name="Gráfico 232" descr="Cerrar">
            <a:extLst>
              <a:ext uri="{FF2B5EF4-FFF2-40B4-BE49-F238E27FC236}">
                <a16:creationId xmlns:a16="http://schemas.microsoft.com/office/drawing/2014/main" id="{70229E2A-232B-4871-E880-CBDDEDCF959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500695" y="4830552"/>
            <a:ext cx="252000" cy="252000"/>
          </a:xfrm>
          <a:prstGeom prst="rect">
            <a:avLst/>
          </a:prstGeom>
        </p:spPr>
      </p:pic>
      <p:sp>
        <p:nvSpPr>
          <p:cNvPr id="234" name="Rectángulo: esquinas redondeadas 233">
            <a:extLst>
              <a:ext uri="{FF2B5EF4-FFF2-40B4-BE49-F238E27FC236}">
                <a16:creationId xmlns:a16="http://schemas.microsoft.com/office/drawing/2014/main" id="{8A2C1210-5886-A03C-F7C4-44EDA780D56F}"/>
              </a:ext>
            </a:extLst>
          </p:cNvPr>
          <p:cNvSpPr/>
          <p:nvPr/>
        </p:nvSpPr>
        <p:spPr>
          <a:xfrm>
            <a:off x="7551395" y="4621945"/>
            <a:ext cx="1904760" cy="2451917"/>
          </a:xfrm>
          <a:prstGeom prst="roundRect">
            <a:avLst/>
          </a:prstGeom>
          <a:solidFill>
            <a:schemeClr val="bg1"/>
          </a:solidFill>
          <a:ln>
            <a:solidFill>
              <a:srgbClr val="BFBFB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235" name="CuadroTexto 234">
            <a:extLst>
              <a:ext uri="{FF2B5EF4-FFF2-40B4-BE49-F238E27FC236}">
                <a16:creationId xmlns:a16="http://schemas.microsoft.com/office/drawing/2014/main" id="{1A799D66-9347-BB32-8CAD-7FC7421FF937}"/>
              </a:ext>
            </a:extLst>
          </p:cNvPr>
          <p:cNvSpPr txBox="1"/>
          <p:nvPr/>
        </p:nvSpPr>
        <p:spPr>
          <a:xfrm>
            <a:off x="7719155" y="4787275"/>
            <a:ext cx="8960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600" dirty="0">
                <a:latin typeface="Arial Rounded MT Bold" panose="020F0704030504030204" pitchFamily="34" charset="0"/>
              </a:rPr>
              <a:t>Mesa 7</a:t>
            </a:r>
            <a:endParaRPr lang="es-CO" sz="1600" dirty="0">
              <a:latin typeface="Arial Rounded MT Bold" panose="020F0704030504030204" pitchFamily="34" charset="0"/>
            </a:endParaRPr>
          </a:p>
        </p:txBody>
      </p:sp>
      <p:sp>
        <p:nvSpPr>
          <p:cNvPr id="236" name="CuadroTexto 235">
            <a:extLst>
              <a:ext uri="{FF2B5EF4-FFF2-40B4-BE49-F238E27FC236}">
                <a16:creationId xmlns:a16="http://schemas.microsoft.com/office/drawing/2014/main" id="{C2A48CC0-2D19-032B-F531-503037163094}"/>
              </a:ext>
            </a:extLst>
          </p:cNvPr>
          <p:cNvSpPr txBox="1"/>
          <p:nvPr/>
        </p:nvSpPr>
        <p:spPr>
          <a:xfrm>
            <a:off x="7719155" y="5341974"/>
            <a:ext cx="89605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Clientes</a:t>
            </a:r>
          </a:p>
        </p:txBody>
      </p:sp>
      <p:sp>
        <p:nvSpPr>
          <p:cNvPr id="237" name="CuadroTexto 236">
            <a:extLst>
              <a:ext uri="{FF2B5EF4-FFF2-40B4-BE49-F238E27FC236}">
                <a16:creationId xmlns:a16="http://schemas.microsoft.com/office/drawing/2014/main" id="{481A7825-B2D8-F038-E3BC-9C979F20300D}"/>
              </a:ext>
            </a:extLst>
          </p:cNvPr>
          <p:cNvSpPr txBox="1"/>
          <p:nvPr/>
        </p:nvSpPr>
        <p:spPr>
          <a:xfrm>
            <a:off x="7796137" y="5613732"/>
            <a:ext cx="89605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238" name="CuadroTexto 237">
            <a:extLst>
              <a:ext uri="{FF2B5EF4-FFF2-40B4-BE49-F238E27FC236}">
                <a16:creationId xmlns:a16="http://schemas.microsoft.com/office/drawing/2014/main" id="{CE9B5729-D1E7-84F3-1B35-7FF35CA416EB}"/>
              </a:ext>
            </a:extLst>
          </p:cNvPr>
          <p:cNvSpPr txBox="1"/>
          <p:nvPr/>
        </p:nvSpPr>
        <p:spPr>
          <a:xfrm>
            <a:off x="7719155" y="5901937"/>
            <a:ext cx="89605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Total</a:t>
            </a:r>
          </a:p>
        </p:txBody>
      </p:sp>
      <p:sp>
        <p:nvSpPr>
          <p:cNvPr id="239" name="CuadroTexto 238">
            <a:extLst>
              <a:ext uri="{FF2B5EF4-FFF2-40B4-BE49-F238E27FC236}">
                <a16:creationId xmlns:a16="http://schemas.microsoft.com/office/drawing/2014/main" id="{198D3EC8-70D1-DA2A-39F7-74D0945FA1F0}"/>
              </a:ext>
            </a:extLst>
          </p:cNvPr>
          <p:cNvSpPr txBox="1"/>
          <p:nvPr/>
        </p:nvSpPr>
        <p:spPr>
          <a:xfrm>
            <a:off x="7796137" y="6173695"/>
            <a:ext cx="89605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b="1" dirty="0">
                <a:solidFill>
                  <a:srgbClr val="92D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$0,00</a:t>
            </a:r>
          </a:p>
        </p:txBody>
      </p:sp>
      <p:cxnSp>
        <p:nvCxnSpPr>
          <p:cNvPr id="240" name="Conector recto 239">
            <a:extLst>
              <a:ext uri="{FF2B5EF4-FFF2-40B4-BE49-F238E27FC236}">
                <a16:creationId xmlns:a16="http://schemas.microsoft.com/office/drawing/2014/main" id="{9649A15C-251C-CDCB-D507-98E9574309A2}"/>
              </a:ext>
            </a:extLst>
          </p:cNvPr>
          <p:cNvCxnSpPr>
            <a:cxnSpLocks/>
          </p:cNvCxnSpPr>
          <p:nvPr/>
        </p:nvCxnSpPr>
        <p:spPr>
          <a:xfrm>
            <a:off x="7719155" y="5208756"/>
            <a:ext cx="1559200" cy="0"/>
          </a:xfrm>
          <a:prstGeom prst="line">
            <a:avLst/>
          </a:prstGeom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1" name="Gráfico 240" descr="Reloj de arena">
            <a:extLst>
              <a:ext uri="{FF2B5EF4-FFF2-40B4-BE49-F238E27FC236}">
                <a16:creationId xmlns:a16="http://schemas.microsoft.com/office/drawing/2014/main" id="{C58D58FF-213C-2D66-BAA8-BAA05254A61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723190" y="6581320"/>
            <a:ext cx="252000" cy="252000"/>
          </a:xfrm>
          <a:prstGeom prst="rect">
            <a:avLst/>
          </a:prstGeom>
        </p:spPr>
      </p:pic>
      <p:sp>
        <p:nvSpPr>
          <p:cNvPr id="242" name="CuadroTexto 241">
            <a:extLst>
              <a:ext uri="{FF2B5EF4-FFF2-40B4-BE49-F238E27FC236}">
                <a16:creationId xmlns:a16="http://schemas.microsoft.com/office/drawing/2014/main" id="{CEF19A2F-DA92-81F2-26FF-1AC60F98EA6B}"/>
              </a:ext>
            </a:extLst>
          </p:cNvPr>
          <p:cNvSpPr txBox="1"/>
          <p:nvPr/>
        </p:nvSpPr>
        <p:spPr>
          <a:xfrm>
            <a:off x="7975190" y="6571710"/>
            <a:ext cx="89605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>
                <a:latin typeface="Arial" panose="020B0604020202020204" pitchFamily="34" charset="0"/>
                <a:cs typeface="Arial" panose="020B0604020202020204" pitchFamily="34" charset="0"/>
              </a:rPr>
              <a:t>1h 12</a:t>
            </a:r>
            <a:r>
              <a:rPr lang="es-MX" sz="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1100" dirty="0">
                <a:latin typeface="Arial" panose="020B0604020202020204" pitchFamily="34" charset="0"/>
                <a:cs typeface="Arial" panose="020B0604020202020204" pitchFamily="34" charset="0"/>
              </a:rPr>
              <a:t>min</a:t>
            </a:r>
          </a:p>
        </p:txBody>
      </p:sp>
      <p:pic>
        <p:nvPicPr>
          <p:cNvPr id="243" name="Gráfico 242" descr="Cerrar">
            <a:extLst>
              <a:ext uri="{FF2B5EF4-FFF2-40B4-BE49-F238E27FC236}">
                <a16:creationId xmlns:a16="http://schemas.microsoft.com/office/drawing/2014/main" id="{9EE2AF58-FC9E-10E7-9C33-F51D2044112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019937" y="4830552"/>
            <a:ext cx="252000" cy="252000"/>
          </a:xfrm>
          <a:prstGeom prst="rect">
            <a:avLst/>
          </a:prstGeom>
        </p:spPr>
      </p:pic>
      <p:pic>
        <p:nvPicPr>
          <p:cNvPr id="245" name="Gráfico 244" descr="Marca de verificación">
            <a:extLst>
              <a:ext uri="{FF2B5EF4-FFF2-40B4-BE49-F238E27FC236}">
                <a16:creationId xmlns:a16="http://schemas.microsoft.com/office/drawing/2014/main" id="{57767B5B-00BC-FF70-90EC-0503388D9C7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507113" y="2164925"/>
            <a:ext cx="252000" cy="252000"/>
          </a:xfrm>
          <a:prstGeom prst="rect">
            <a:avLst/>
          </a:prstGeom>
        </p:spPr>
      </p:pic>
      <p:sp>
        <p:nvSpPr>
          <p:cNvPr id="246" name="Rectángulo: esquinas redondeadas 245">
            <a:extLst>
              <a:ext uri="{FF2B5EF4-FFF2-40B4-BE49-F238E27FC236}">
                <a16:creationId xmlns:a16="http://schemas.microsoft.com/office/drawing/2014/main" id="{1EB5E423-F08E-E9F3-3D85-81C54214DE03}"/>
              </a:ext>
            </a:extLst>
          </p:cNvPr>
          <p:cNvSpPr/>
          <p:nvPr/>
        </p:nvSpPr>
        <p:spPr>
          <a:xfrm>
            <a:off x="5276895" y="2752414"/>
            <a:ext cx="989677" cy="322787"/>
          </a:xfrm>
          <a:prstGeom prst="roundRect">
            <a:avLst>
              <a:gd name="adj" fmla="val 35553"/>
            </a:avLst>
          </a:prstGeom>
          <a:solidFill>
            <a:srgbClr val="BFBFB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100" dirty="0">
                <a:solidFill>
                  <a:srgbClr val="56565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Disponible</a:t>
            </a:r>
            <a:endParaRPr lang="es-CO" sz="1100" dirty="0">
              <a:solidFill>
                <a:srgbClr val="56565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7" name="Rectángulo: esquinas redondeadas 246">
            <a:extLst>
              <a:ext uri="{FF2B5EF4-FFF2-40B4-BE49-F238E27FC236}">
                <a16:creationId xmlns:a16="http://schemas.microsoft.com/office/drawing/2014/main" id="{C767159D-C8E6-26CF-AEE8-57BE0DD5A679}"/>
              </a:ext>
            </a:extLst>
          </p:cNvPr>
          <p:cNvSpPr/>
          <p:nvPr/>
        </p:nvSpPr>
        <p:spPr>
          <a:xfrm>
            <a:off x="2531191" y="4633790"/>
            <a:ext cx="1904760" cy="2451917"/>
          </a:xfrm>
          <a:prstGeom prst="roundRect">
            <a:avLst/>
          </a:prstGeom>
          <a:solidFill>
            <a:schemeClr val="bg1"/>
          </a:solidFill>
          <a:ln>
            <a:solidFill>
              <a:srgbClr val="BFBFB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248" name="CuadroTexto 247">
            <a:extLst>
              <a:ext uri="{FF2B5EF4-FFF2-40B4-BE49-F238E27FC236}">
                <a16:creationId xmlns:a16="http://schemas.microsoft.com/office/drawing/2014/main" id="{AE6B87BE-DB2E-F091-7D33-CD62214937C3}"/>
              </a:ext>
            </a:extLst>
          </p:cNvPr>
          <p:cNvSpPr txBox="1"/>
          <p:nvPr/>
        </p:nvSpPr>
        <p:spPr>
          <a:xfrm>
            <a:off x="2698951" y="4799120"/>
            <a:ext cx="8960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600" dirty="0">
                <a:latin typeface="Arial Rounded MT Bold" panose="020F0704030504030204" pitchFamily="34" charset="0"/>
              </a:rPr>
              <a:t>Mesa 5</a:t>
            </a:r>
            <a:endParaRPr lang="es-CO" sz="1600" dirty="0">
              <a:latin typeface="Arial Rounded MT Bold" panose="020F0704030504030204" pitchFamily="34" charset="0"/>
            </a:endParaRPr>
          </a:p>
        </p:txBody>
      </p:sp>
      <p:cxnSp>
        <p:nvCxnSpPr>
          <p:cNvPr id="249" name="Conector recto 248">
            <a:extLst>
              <a:ext uri="{FF2B5EF4-FFF2-40B4-BE49-F238E27FC236}">
                <a16:creationId xmlns:a16="http://schemas.microsoft.com/office/drawing/2014/main" id="{FEAAECDA-E0FC-5178-8562-D42529496F20}"/>
              </a:ext>
            </a:extLst>
          </p:cNvPr>
          <p:cNvCxnSpPr>
            <a:cxnSpLocks/>
          </p:cNvCxnSpPr>
          <p:nvPr/>
        </p:nvCxnSpPr>
        <p:spPr>
          <a:xfrm>
            <a:off x="2698951" y="5220601"/>
            <a:ext cx="1559200" cy="0"/>
          </a:xfrm>
          <a:prstGeom prst="line">
            <a:avLst/>
          </a:prstGeom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0" name="Gráfico 249" descr="Marca de verificación">
            <a:extLst>
              <a:ext uri="{FF2B5EF4-FFF2-40B4-BE49-F238E27FC236}">
                <a16:creationId xmlns:a16="http://schemas.microsoft.com/office/drawing/2014/main" id="{599E1A38-46CD-C9BC-A044-0E814D8BC25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006151" y="4837294"/>
            <a:ext cx="252000" cy="252000"/>
          </a:xfrm>
          <a:prstGeom prst="rect">
            <a:avLst/>
          </a:prstGeom>
        </p:spPr>
      </p:pic>
      <p:sp>
        <p:nvSpPr>
          <p:cNvPr id="251" name="Rectángulo: esquinas redondeadas 250">
            <a:extLst>
              <a:ext uri="{FF2B5EF4-FFF2-40B4-BE49-F238E27FC236}">
                <a16:creationId xmlns:a16="http://schemas.microsoft.com/office/drawing/2014/main" id="{909FC9D8-B7B2-218C-6964-401BB67CB52E}"/>
              </a:ext>
            </a:extLst>
          </p:cNvPr>
          <p:cNvSpPr/>
          <p:nvPr/>
        </p:nvSpPr>
        <p:spPr>
          <a:xfrm>
            <a:off x="2775933" y="5424783"/>
            <a:ext cx="989677" cy="322787"/>
          </a:xfrm>
          <a:prstGeom prst="roundRect">
            <a:avLst>
              <a:gd name="adj" fmla="val 35553"/>
            </a:avLst>
          </a:prstGeom>
          <a:solidFill>
            <a:srgbClr val="BFBFB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100" dirty="0">
                <a:solidFill>
                  <a:srgbClr val="56565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Disponible</a:t>
            </a:r>
            <a:endParaRPr lang="es-CO" sz="1100" dirty="0">
              <a:solidFill>
                <a:srgbClr val="56565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570969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290</TotalTime>
  <Words>201</Words>
  <Application>Microsoft Office PowerPoint</Application>
  <PresentationFormat>Panorámica</PresentationFormat>
  <Paragraphs>92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7" baseType="lpstr">
      <vt:lpstr>Arial</vt:lpstr>
      <vt:lpstr>Arial Rounded MT Bold</vt:lpstr>
      <vt:lpstr>Calibri</vt:lpstr>
      <vt:lpstr>Calibri Light</vt:lpstr>
      <vt:lpstr>Tema de Office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jhon jairo saavedra losada</dc:creator>
  <cp:lastModifiedBy>jhon jairo saavedra losada</cp:lastModifiedBy>
  <cp:revision>4</cp:revision>
  <dcterms:created xsi:type="dcterms:W3CDTF">2026-05-29T15:24:46Z</dcterms:created>
  <dcterms:modified xsi:type="dcterms:W3CDTF">2026-06-05T17:15:11Z</dcterms:modified>
</cp:coreProperties>
</file>